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8" r:id="rId6"/>
    <p:sldId id="260" r:id="rId7"/>
    <p:sldId id="269" r:id="rId8"/>
    <p:sldId id="270" r:id="rId9"/>
    <p:sldId id="271" r:id="rId10"/>
    <p:sldId id="272" r:id="rId11"/>
    <p:sldId id="261" r:id="rId12"/>
    <p:sldId id="273" r:id="rId13"/>
    <p:sldId id="262" r:id="rId14"/>
    <p:sldId id="263" r:id="rId15"/>
    <p:sldId id="274" r:id="rId16"/>
    <p:sldId id="264" r:id="rId17"/>
    <p:sldId id="276" r:id="rId18"/>
    <p:sldId id="275" r:id="rId19"/>
    <p:sldId id="265" r:id="rId20"/>
    <p:sldId id="277" r:id="rId21"/>
    <p:sldId id="278" r:id="rId22"/>
    <p:sldId id="267" r:id="rId23"/>
    <p:sldId id="266" r:id="rId24"/>
  </p:sldIdLst>
  <p:sldSz cx="18288000" cy="10287000"/>
  <p:notesSz cx="6858000" cy="9144000"/>
  <p:embeddedFontLst>
    <p:embeddedFont>
      <p:font typeface="Telegraf"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23F1C8-A7B7-4D54-AD4B-E7061AEC0143}" v="78" dt="2026-10-03T18:34:23.5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jay Kumar Sahu" userId="dd24f88422e0a5ca" providerId="LiveId" clId="{D4359742-125F-44D8-ADFF-EA47969DD1D9}"/>
    <pc:docChg chg="undo redo custSel addSld modSld sldOrd">
      <pc:chgData name="Ajay Kumar Sahu" userId="dd24f88422e0a5ca" providerId="LiveId" clId="{D4359742-125F-44D8-ADFF-EA47969DD1D9}" dt="2026-10-03T18:37:48.501" v="6955" actId="1076"/>
      <pc:docMkLst>
        <pc:docMk/>
      </pc:docMkLst>
      <pc:sldChg chg="addSp delSp modSp mod">
        <pc:chgData name="Ajay Kumar Sahu" userId="dd24f88422e0a5ca" providerId="LiveId" clId="{D4359742-125F-44D8-ADFF-EA47969DD1D9}" dt="2026-10-01T07:41:35.308" v="155" actId="20577"/>
        <pc:sldMkLst>
          <pc:docMk/>
          <pc:sldMk cId="0" sldId="256"/>
        </pc:sldMkLst>
        <pc:spChg chg="mod">
          <ac:chgData name="Ajay Kumar Sahu" userId="dd24f88422e0a5ca" providerId="LiveId" clId="{D4359742-125F-44D8-ADFF-EA47969DD1D9}" dt="2026-10-01T07:40:36.403" v="127" actId="20577"/>
          <ac:spMkLst>
            <pc:docMk/>
            <pc:sldMk cId="0" sldId="256"/>
            <ac:spMk id="2" creationId="{00000000-0000-0000-0000-000000000000}"/>
          </ac:spMkLst>
        </pc:spChg>
        <pc:spChg chg="mod">
          <ac:chgData name="Ajay Kumar Sahu" userId="dd24f88422e0a5ca" providerId="LiveId" clId="{D4359742-125F-44D8-ADFF-EA47969DD1D9}" dt="2026-10-01T07:38:32.596" v="33" actId="255"/>
          <ac:spMkLst>
            <pc:docMk/>
            <pc:sldMk cId="0" sldId="256"/>
            <ac:spMk id="8" creationId="{00000000-0000-0000-0000-000000000000}"/>
          </ac:spMkLst>
        </pc:spChg>
        <pc:spChg chg="mod">
          <ac:chgData name="Ajay Kumar Sahu" userId="dd24f88422e0a5ca" providerId="LiveId" clId="{D4359742-125F-44D8-ADFF-EA47969DD1D9}" dt="2026-10-01T07:41:35.308" v="155" actId="20577"/>
          <ac:spMkLst>
            <pc:docMk/>
            <pc:sldMk cId="0" sldId="256"/>
            <ac:spMk id="10" creationId="{00000000-0000-0000-0000-000000000000}"/>
          </ac:spMkLst>
        </pc:spChg>
        <pc:picChg chg="add mod">
          <ac:chgData name="Ajay Kumar Sahu" userId="dd24f88422e0a5ca" providerId="LiveId" clId="{D4359742-125F-44D8-ADFF-EA47969DD1D9}" dt="2026-10-01T07:40:58.625" v="130" actId="14100"/>
          <ac:picMkLst>
            <pc:docMk/>
            <pc:sldMk cId="0" sldId="256"/>
            <ac:picMk id="12" creationId="{9F6EDBF1-368E-2DAE-80E5-B27AFE66928E}"/>
          </ac:picMkLst>
        </pc:picChg>
      </pc:sldChg>
      <pc:sldChg chg="addSp modSp mod">
        <pc:chgData name="Ajay Kumar Sahu" userId="dd24f88422e0a5ca" providerId="LiveId" clId="{D4359742-125F-44D8-ADFF-EA47969DD1D9}" dt="2026-10-01T07:51:00.527" v="619" actId="22"/>
        <pc:sldMkLst>
          <pc:docMk/>
          <pc:sldMk cId="0" sldId="257"/>
        </pc:sldMkLst>
        <pc:spChg chg="mod">
          <ac:chgData name="Ajay Kumar Sahu" userId="dd24f88422e0a5ca" providerId="LiveId" clId="{D4359742-125F-44D8-ADFF-EA47969DD1D9}" dt="2026-10-01T07:49:15.597" v="591" actId="1076"/>
          <ac:spMkLst>
            <pc:docMk/>
            <pc:sldMk cId="0" sldId="257"/>
            <ac:spMk id="2" creationId="{00000000-0000-0000-0000-000000000000}"/>
          </ac:spMkLst>
        </pc:spChg>
        <pc:spChg chg="mod">
          <ac:chgData name="Ajay Kumar Sahu" userId="dd24f88422e0a5ca" providerId="LiveId" clId="{D4359742-125F-44D8-ADFF-EA47969DD1D9}" dt="2026-10-01T07:43:35.949" v="179" actId="255"/>
          <ac:spMkLst>
            <pc:docMk/>
            <pc:sldMk cId="0" sldId="257"/>
            <ac:spMk id="3" creationId="{00000000-0000-0000-0000-000000000000}"/>
          </ac:spMkLst>
        </pc:spChg>
        <pc:spChg chg="mod">
          <ac:chgData name="Ajay Kumar Sahu" userId="dd24f88422e0a5ca" providerId="LiveId" clId="{D4359742-125F-44D8-ADFF-EA47969DD1D9}" dt="2026-10-01T07:49:35.712" v="596" actId="14100"/>
          <ac:spMkLst>
            <pc:docMk/>
            <pc:sldMk cId="0" sldId="257"/>
            <ac:spMk id="7" creationId="{00000000-0000-0000-0000-000000000000}"/>
          </ac:spMkLst>
        </pc:spChg>
        <pc:spChg chg="mod">
          <ac:chgData name="Ajay Kumar Sahu" userId="dd24f88422e0a5ca" providerId="LiveId" clId="{D4359742-125F-44D8-ADFF-EA47969DD1D9}" dt="2026-10-01T07:49:16.522" v="594" actId="242"/>
          <ac:spMkLst>
            <pc:docMk/>
            <pc:sldMk cId="0" sldId="257"/>
            <ac:spMk id="8" creationId="{00000000-0000-0000-0000-000000000000}"/>
          </ac:spMkLst>
        </pc:spChg>
        <pc:spChg chg="mod">
          <ac:chgData name="Ajay Kumar Sahu" userId="dd24f88422e0a5ca" providerId="LiveId" clId="{D4359742-125F-44D8-ADFF-EA47969DD1D9}" dt="2026-10-01T07:48:18.373" v="574" actId="313"/>
          <ac:spMkLst>
            <pc:docMk/>
            <pc:sldMk cId="0" sldId="257"/>
            <ac:spMk id="9" creationId="{00000000-0000-0000-0000-000000000000}"/>
          </ac:spMkLst>
        </pc:spChg>
        <pc:grpChg chg="mod">
          <ac:chgData name="Ajay Kumar Sahu" userId="dd24f88422e0a5ca" providerId="LiveId" clId="{D4359742-125F-44D8-ADFF-EA47969DD1D9}" dt="2026-10-01T07:50:00.291" v="598" actId="1076"/>
          <ac:grpSpMkLst>
            <pc:docMk/>
            <pc:sldMk cId="0" sldId="257"/>
            <ac:grpSpMk id="6" creationId="{00000000-0000-0000-0000-000000000000}"/>
          </ac:grpSpMkLst>
        </pc:grpChg>
        <pc:picChg chg="add">
          <ac:chgData name="Ajay Kumar Sahu" userId="dd24f88422e0a5ca" providerId="LiveId" clId="{D4359742-125F-44D8-ADFF-EA47969DD1D9}" dt="2026-10-01T07:51:00.527" v="619" actId="22"/>
          <ac:picMkLst>
            <pc:docMk/>
            <pc:sldMk cId="0" sldId="257"/>
            <ac:picMk id="11" creationId="{9FE2FC87-8326-EF73-B13F-80DC1E585A11}"/>
          </ac:picMkLst>
        </pc:picChg>
      </pc:sldChg>
      <pc:sldChg chg="addSp delSp modSp mod">
        <pc:chgData name="Ajay Kumar Sahu" userId="dd24f88422e0a5ca" providerId="LiveId" clId="{D4359742-125F-44D8-ADFF-EA47969DD1D9}" dt="2026-10-01T08:49:32.096" v="1101" actId="207"/>
        <pc:sldMkLst>
          <pc:docMk/>
          <pc:sldMk cId="0" sldId="258"/>
        </pc:sldMkLst>
        <pc:spChg chg="mod">
          <ac:chgData name="Ajay Kumar Sahu" userId="dd24f88422e0a5ca" providerId="LiveId" clId="{D4359742-125F-44D8-ADFF-EA47969DD1D9}" dt="2026-10-01T08:48:23.843" v="1075" actId="20577"/>
          <ac:spMkLst>
            <pc:docMk/>
            <pc:sldMk cId="0" sldId="258"/>
            <ac:spMk id="4" creationId="{00000000-0000-0000-0000-000000000000}"/>
          </ac:spMkLst>
        </pc:spChg>
        <pc:spChg chg="mod">
          <ac:chgData name="Ajay Kumar Sahu" userId="dd24f88422e0a5ca" providerId="LiveId" clId="{D4359742-125F-44D8-ADFF-EA47969DD1D9}" dt="2026-10-01T08:44:32.428" v="1017" actId="1076"/>
          <ac:spMkLst>
            <pc:docMk/>
            <pc:sldMk cId="0" sldId="258"/>
            <ac:spMk id="6" creationId="{00000000-0000-0000-0000-000000000000}"/>
          </ac:spMkLst>
        </pc:spChg>
        <pc:spChg chg="mod">
          <ac:chgData name="Ajay Kumar Sahu" userId="dd24f88422e0a5ca" providerId="LiveId" clId="{D4359742-125F-44D8-ADFF-EA47969DD1D9}" dt="2026-10-01T08:45:48.728" v="1027" actId="20577"/>
          <ac:spMkLst>
            <pc:docMk/>
            <pc:sldMk cId="0" sldId="258"/>
            <ac:spMk id="7" creationId="{00000000-0000-0000-0000-000000000000}"/>
          </ac:spMkLst>
        </pc:spChg>
        <pc:spChg chg="add mod">
          <ac:chgData name="Ajay Kumar Sahu" userId="dd24f88422e0a5ca" providerId="LiveId" clId="{D4359742-125F-44D8-ADFF-EA47969DD1D9}" dt="2026-10-01T08:43:16.868" v="1005" actId="1076"/>
          <ac:spMkLst>
            <pc:docMk/>
            <pc:sldMk cId="0" sldId="258"/>
            <ac:spMk id="10" creationId="{75005E61-B004-F268-54D6-AB004B62EB31}"/>
          </ac:spMkLst>
        </pc:spChg>
        <pc:spChg chg="add mod">
          <ac:chgData name="Ajay Kumar Sahu" userId="dd24f88422e0a5ca" providerId="LiveId" clId="{D4359742-125F-44D8-ADFF-EA47969DD1D9}" dt="2026-10-01T08:43:36.885" v="1009" actId="1076"/>
          <ac:spMkLst>
            <pc:docMk/>
            <pc:sldMk cId="0" sldId="258"/>
            <ac:spMk id="12" creationId="{990BF8E5-05F6-D00F-2E4D-6243B99C6D4A}"/>
          </ac:spMkLst>
        </pc:spChg>
        <pc:spChg chg="add mod">
          <ac:chgData name="Ajay Kumar Sahu" userId="dd24f88422e0a5ca" providerId="LiveId" clId="{D4359742-125F-44D8-ADFF-EA47969DD1D9}" dt="2026-10-01T08:43:31.499" v="1008" actId="1076"/>
          <ac:spMkLst>
            <pc:docMk/>
            <pc:sldMk cId="0" sldId="258"/>
            <ac:spMk id="14" creationId="{6A2D1416-A3DA-0F47-1940-732C98467472}"/>
          </ac:spMkLst>
        </pc:spChg>
        <pc:spChg chg="add mod">
          <ac:chgData name="Ajay Kumar Sahu" userId="dd24f88422e0a5ca" providerId="LiveId" clId="{D4359742-125F-44D8-ADFF-EA47969DD1D9}" dt="2026-10-01T08:43:49.873" v="1012" actId="1076"/>
          <ac:spMkLst>
            <pc:docMk/>
            <pc:sldMk cId="0" sldId="258"/>
            <ac:spMk id="16" creationId="{BBEB5398-D90E-3D4D-7310-4D75F8D6E28F}"/>
          </ac:spMkLst>
        </pc:spChg>
        <pc:spChg chg="add mod">
          <ac:chgData name="Ajay Kumar Sahu" userId="dd24f88422e0a5ca" providerId="LiveId" clId="{D4359742-125F-44D8-ADFF-EA47969DD1D9}" dt="2026-10-01T08:44:01.978" v="1015" actId="1076"/>
          <ac:spMkLst>
            <pc:docMk/>
            <pc:sldMk cId="0" sldId="258"/>
            <ac:spMk id="18" creationId="{0BBFC445-B449-703E-360B-6155EF85CAD1}"/>
          </ac:spMkLst>
        </pc:spChg>
        <pc:spChg chg="add mod">
          <ac:chgData name="Ajay Kumar Sahu" userId="dd24f88422e0a5ca" providerId="LiveId" clId="{D4359742-125F-44D8-ADFF-EA47969DD1D9}" dt="2026-10-01T08:49:32.096" v="1101" actId="207"/>
          <ac:spMkLst>
            <pc:docMk/>
            <pc:sldMk cId="0" sldId="258"/>
            <ac:spMk id="19" creationId="{642423FC-0C3C-D677-59B0-74C88BC5FC45}"/>
          </ac:spMkLst>
        </pc:spChg>
        <pc:grpChg chg="mod">
          <ac:chgData name="Ajay Kumar Sahu" userId="dd24f88422e0a5ca" providerId="LiveId" clId="{D4359742-125F-44D8-ADFF-EA47969DD1D9}" dt="2026-10-01T08:45:24.800" v="1024" actId="1076"/>
          <ac:grpSpMkLst>
            <pc:docMk/>
            <pc:sldMk cId="0" sldId="258"/>
            <ac:grpSpMk id="3" creationId="{00000000-0000-0000-0000-000000000000}"/>
          </ac:grpSpMkLst>
        </pc:grpChg>
        <pc:picChg chg="add del">
          <ac:chgData name="Ajay Kumar Sahu" userId="dd24f88422e0a5ca" providerId="LiveId" clId="{D4359742-125F-44D8-ADFF-EA47969DD1D9}" dt="2026-10-01T07:52:04.824" v="636" actId="22"/>
          <ac:picMkLst>
            <pc:docMk/>
            <pc:sldMk cId="0" sldId="258"/>
            <ac:picMk id="9" creationId="{68F856CB-2BE5-F2FC-8C7E-4FB25FA81216}"/>
          </ac:picMkLst>
        </pc:picChg>
      </pc:sldChg>
      <pc:sldChg chg="addSp modSp mod">
        <pc:chgData name="Ajay Kumar Sahu" userId="dd24f88422e0a5ca" providerId="LiveId" clId="{D4359742-125F-44D8-ADFF-EA47969DD1D9}" dt="2026-10-01T09:53:54.325" v="1699" actId="255"/>
        <pc:sldMkLst>
          <pc:docMk/>
          <pc:sldMk cId="0" sldId="259"/>
        </pc:sldMkLst>
        <pc:spChg chg="mod">
          <ac:chgData name="Ajay Kumar Sahu" userId="dd24f88422e0a5ca" providerId="LiveId" clId="{D4359742-125F-44D8-ADFF-EA47969DD1D9}" dt="2026-10-01T08:50:36.646" v="1118" actId="20577"/>
          <ac:spMkLst>
            <pc:docMk/>
            <pc:sldMk cId="0" sldId="259"/>
            <ac:spMk id="3" creationId="{00000000-0000-0000-0000-000000000000}"/>
          </ac:spMkLst>
        </pc:spChg>
        <pc:spChg chg="mod">
          <ac:chgData name="Ajay Kumar Sahu" userId="dd24f88422e0a5ca" providerId="LiveId" clId="{D4359742-125F-44D8-ADFF-EA47969DD1D9}" dt="2026-10-01T09:52:59.997" v="1691" actId="20577"/>
          <ac:spMkLst>
            <pc:docMk/>
            <pc:sldMk cId="0" sldId="259"/>
            <ac:spMk id="11" creationId="{00000000-0000-0000-0000-000000000000}"/>
          </ac:spMkLst>
        </pc:spChg>
        <pc:spChg chg="mod">
          <ac:chgData name="Ajay Kumar Sahu" userId="dd24f88422e0a5ca" providerId="LiveId" clId="{D4359742-125F-44D8-ADFF-EA47969DD1D9}" dt="2026-10-01T09:53:54.325" v="1699" actId="255"/>
          <ac:spMkLst>
            <pc:docMk/>
            <pc:sldMk cId="0" sldId="259"/>
            <ac:spMk id="19" creationId="{00000000-0000-0000-0000-000000000000}"/>
          </ac:spMkLst>
        </pc:spChg>
        <pc:spChg chg="mod">
          <ac:chgData name="Ajay Kumar Sahu" userId="dd24f88422e0a5ca" providerId="LiveId" clId="{D4359742-125F-44D8-ADFF-EA47969DD1D9}" dt="2026-10-01T09:51:17.119" v="1623" actId="113"/>
          <ac:spMkLst>
            <pc:docMk/>
            <pc:sldMk cId="0" sldId="259"/>
            <ac:spMk id="20" creationId="{00000000-0000-0000-0000-000000000000}"/>
          </ac:spMkLst>
        </pc:spChg>
        <pc:spChg chg="mod">
          <ac:chgData name="Ajay Kumar Sahu" userId="dd24f88422e0a5ca" providerId="LiveId" clId="{D4359742-125F-44D8-ADFF-EA47969DD1D9}" dt="2026-10-01T09:51:03.832" v="1619" actId="113"/>
          <ac:spMkLst>
            <pc:docMk/>
            <pc:sldMk cId="0" sldId="259"/>
            <ac:spMk id="21" creationId="{00000000-0000-0000-0000-000000000000}"/>
          </ac:spMkLst>
        </pc:spChg>
        <pc:grpChg chg="mod">
          <ac:chgData name="Ajay Kumar Sahu" userId="dd24f88422e0a5ca" providerId="LiveId" clId="{D4359742-125F-44D8-ADFF-EA47969DD1D9}" dt="2026-10-01T09:52:17.659" v="1689" actId="14100"/>
          <ac:grpSpMkLst>
            <pc:docMk/>
            <pc:sldMk cId="0" sldId="259"/>
            <ac:grpSpMk id="10" creationId="{00000000-0000-0000-0000-000000000000}"/>
          </ac:grpSpMkLst>
        </pc:grpChg>
        <pc:grpChg chg="mod">
          <ac:chgData name="Ajay Kumar Sahu" userId="dd24f88422e0a5ca" providerId="LiveId" clId="{D4359742-125F-44D8-ADFF-EA47969DD1D9}" dt="2026-10-01T09:47:10.440" v="1336" actId="14100"/>
          <ac:grpSpMkLst>
            <pc:docMk/>
            <pc:sldMk cId="0" sldId="259"/>
            <ac:grpSpMk id="13" creationId="{00000000-0000-0000-0000-000000000000}"/>
          </ac:grpSpMkLst>
        </pc:grpChg>
        <pc:grpChg chg="mod">
          <ac:chgData name="Ajay Kumar Sahu" userId="dd24f88422e0a5ca" providerId="LiveId" clId="{D4359742-125F-44D8-ADFF-EA47969DD1D9}" dt="2026-10-01T09:47:02.987" v="1335" actId="14100"/>
          <ac:grpSpMkLst>
            <pc:docMk/>
            <pc:sldMk cId="0" sldId="259"/>
            <ac:grpSpMk id="16" creationId="{00000000-0000-0000-0000-000000000000}"/>
          </ac:grpSpMkLst>
        </pc:grpChg>
        <pc:picChg chg="add">
          <ac:chgData name="Ajay Kumar Sahu" userId="dd24f88422e0a5ca" providerId="LiveId" clId="{D4359742-125F-44D8-ADFF-EA47969DD1D9}" dt="2026-10-01T09:52:37.599" v="1690" actId="22"/>
          <ac:picMkLst>
            <pc:docMk/>
            <pc:sldMk cId="0" sldId="259"/>
            <ac:picMk id="23" creationId="{BC97D712-F978-FE9C-83EE-A3E820A2E31A}"/>
          </ac:picMkLst>
        </pc:picChg>
      </pc:sldChg>
      <pc:sldChg chg="addSp delSp modSp mod">
        <pc:chgData name="Ajay Kumar Sahu" userId="dd24f88422e0a5ca" providerId="LiveId" clId="{D4359742-125F-44D8-ADFF-EA47969DD1D9}" dt="2026-10-01T10:39:20.957" v="2663" actId="22"/>
        <pc:sldMkLst>
          <pc:docMk/>
          <pc:sldMk cId="0" sldId="260"/>
        </pc:sldMkLst>
        <pc:spChg chg="mod">
          <ac:chgData name="Ajay Kumar Sahu" userId="dd24f88422e0a5ca" providerId="LiveId" clId="{D4359742-125F-44D8-ADFF-EA47969DD1D9}" dt="2026-10-01T10:34:17.316" v="2412" actId="20577"/>
          <ac:spMkLst>
            <pc:docMk/>
            <pc:sldMk cId="0" sldId="260"/>
            <ac:spMk id="2" creationId="{00000000-0000-0000-0000-000000000000}"/>
          </ac:spMkLst>
        </pc:spChg>
        <pc:spChg chg="mod">
          <ac:chgData name="Ajay Kumar Sahu" userId="dd24f88422e0a5ca" providerId="LiveId" clId="{D4359742-125F-44D8-ADFF-EA47969DD1D9}" dt="2026-10-01T10:32:19.887" v="2390" actId="20577"/>
          <ac:spMkLst>
            <pc:docMk/>
            <pc:sldMk cId="0" sldId="260"/>
            <ac:spMk id="16" creationId="{00000000-0000-0000-0000-000000000000}"/>
          </ac:spMkLst>
        </pc:spChg>
        <pc:spChg chg="mod">
          <ac:chgData name="Ajay Kumar Sahu" userId="dd24f88422e0a5ca" providerId="LiveId" clId="{D4359742-125F-44D8-ADFF-EA47969DD1D9}" dt="2026-10-01T10:35:18.729" v="2468" actId="20577"/>
          <ac:spMkLst>
            <pc:docMk/>
            <pc:sldMk cId="0" sldId="260"/>
            <ac:spMk id="17" creationId="{00000000-0000-0000-0000-000000000000}"/>
          </ac:spMkLst>
        </pc:spChg>
        <pc:spChg chg="mod">
          <ac:chgData name="Ajay Kumar Sahu" userId="dd24f88422e0a5ca" providerId="LiveId" clId="{D4359742-125F-44D8-ADFF-EA47969DD1D9}" dt="2026-10-01T10:36:31.462" v="2527" actId="20577"/>
          <ac:spMkLst>
            <pc:docMk/>
            <pc:sldMk cId="0" sldId="260"/>
            <ac:spMk id="18" creationId="{00000000-0000-0000-0000-000000000000}"/>
          </ac:spMkLst>
        </pc:spChg>
        <pc:spChg chg="mod">
          <ac:chgData name="Ajay Kumar Sahu" userId="dd24f88422e0a5ca" providerId="LiveId" clId="{D4359742-125F-44D8-ADFF-EA47969DD1D9}" dt="2026-10-01T10:37:42.025" v="2600" actId="20577"/>
          <ac:spMkLst>
            <pc:docMk/>
            <pc:sldMk cId="0" sldId="260"/>
            <ac:spMk id="19" creationId="{00000000-0000-0000-0000-000000000000}"/>
          </ac:spMkLst>
        </pc:spChg>
        <pc:spChg chg="mod">
          <ac:chgData name="Ajay Kumar Sahu" userId="dd24f88422e0a5ca" providerId="LiveId" clId="{D4359742-125F-44D8-ADFF-EA47969DD1D9}" dt="2026-10-01T10:38:42.779" v="2660" actId="20577"/>
          <ac:spMkLst>
            <pc:docMk/>
            <pc:sldMk cId="0" sldId="260"/>
            <ac:spMk id="20" creationId="{00000000-0000-0000-0000-000000000000}"/>
          </ac:spMkLst>
        </pc:spChg>
        <pc:spChg chg="add mod">
          <ac:chgData name="Ajay Kumar Sahu" userId="dd24f88422e0a5ca" providerId="LiveId" clId="{D4359742-125F-44D8-ADFF-EA47969DD1D9}" dt="2026-10-01T10:35:00.740" v="2451" actId="14100"/>
          <ac:spMkLst>
            <pc:docMk/>
            <pc:sldMk cId="0" sldId="260"/>
            <ac:spMk id="23" creationId="{F56BF4C6-FD90-3A07-73F5-DE5127D19CAF}"/>
          </ac:spMkLst>
        </pc:spChg>
        <pc:spChg chg="add mod">
          <ac:chgData name="Ajay Kumar Sahu" userId="dd24f88422e0a5ca" providerId="LiveId" clId="{D4359742-125F-44D8-ADFF-EA47969DD1D9}" dt="2026-10-01T10:36:13.782" v="2494" actId="1076"/>
          <ac:spMkLst>
            <pc:docMk/>
            <pc:sldMk cId="0" sldId="260"/>
            <ac:spMk id="25" creationId="{EE5C77F8-F3D9-61AE-9CB1-725F196F1D14}"/>
          </ac:spMkLst>
        </pc:spChg>
        <pc:spChg chg="add mod">
          <ac:chgData name="Ajay Kumar Sahu" userId="dd24f88422e0a5ca" providerId="LiveId" clId="{D4359742-125F-44D8-ADFF-EA47969DD1D9}" dt="2026-10-01T10:36:58.019" v="2549" actId="1076"/>
          <ac:spMkLst>
            <pc:docMk/>
            <pc:sldMk cId="0" sldId="260"/>
            <ac:spMk id="27" creationId="{1C871078-1BA7-1901-8DD7-5A6BE40BAEBC}"/>
          </ac:spMkLst>
        </pc:spChg>
        <pc:spChg chg="add mod">
          <ac:chgData name="Ajay Kumar Sahu" userId="dd24f88422e0a5ca" providerId="LiveId" clId="{D4359742-125F-44D8-ADFF-EA47969DD1D9}" dt="2026-10-01T10:38:15.079" v="2622" actId="1076"/>
          <ac:spMkLst>
            <pc:docMk/>
            <pc:sldMk cId="0" sldId="260"/>
            <ac:spMk id="29" creationId="{91266F79-F0DC-BC1A-0301-5F25D6757F5E}"/>
          </ac:spMkLst>
        </pc:spChg>
        <pc:picChg chg="add">
          <ac:chgData name="Ajay Kumar Sahu" userId="dd24f88422e0a5ca" providerId="LiveId" clId="{D4359742-125F-44D8-ADFF-EA47969DD1D9}" dt="2026-10-01T10:39:16.581" v="2661" actId="22"/>
          <ac:picMkLst>
            <pc:docMk/>
            <pc:sldMk cId="0" sldId="260"/>
            <ac:picMk id="31" creationId="{72265342-1F81-F3E7-40C7-21095E7A9900}"/>
          </ac:picMkLst>
        </pc:picChg>
      </pc:sldChg>
      <pc:sldChg chg="addSp delSp modSp mod">
        <pc:chgData name="Ajay Kumar Sahu" userId="dd24f88422e0a5ca" providerId="LiveId" clId="{D4359742-125F-44D8-ADFF-EA47969DD1D9}" dt="2026-10-01T11:12:14.776" v="3206" actId="22"/>
        <pc:sldMkLst>
          <pc:docMk/>
          <pc:sldMk cId="0" sldId="261"/>
        </pc:sldMkLst>
        <pc:spChg chg="mod">
          <ac:chgData name="Ajay Kumar Sahu" userId="dd24f88422e0a5ca" providerId="LiveId" clId="{D4359742-125F-44D8-ADFF-EA47969DD1D9}" dt="2026-10-01T11:09:15.304" v="3019" actId="14100"/>
          <ac:spMkLst>
            <pc:docMk/>
            <pc:sldMk cId="0" sldId="261"/>
            <ac:spMk id="5" creationId="{00000000-0000-0000-0000-000000000000}"/>
          </ac:spMkLst>
        </pc:spChg>
        <pc:spChg chg="mod">
          <ac:chgData name="Ajay Kumar Sahu" userId="dd24f88422e0a5ca" providerId="LiveId" clId="{D4359742-125F-44D8-ADFF-EA47969DD1D9}" dt="2026-10-01T11:10:18.532" v="3126" actId="20577"/>
          <ac:spMkLst>
            <pc:docMk/>
            <pc:sldMk cId="0" sldId="261"/>
            <ac:spMk id="6" creationId="{00000000-0000-0000-0000-000000000000}"/>
          </ac:spMkLst>
        </pc:spChg>
        <pc:spChg chg="mod">
          <ac:chgData name="Ajay Kumar Sahu" userId="dd24f88422e0a5ca" providerId="LiveId" clId="{D4359742-125F-44D8-ADFF-EA47969DD1D9}" dt="2026-10-01T11:11:57.735" v="3203" actId="2711"/>
          <ac:spMkLst>
            <pc:docMk/>
            <pc:sldMk cId="0" sldId="261"/>
            <ac:spMk id="7" creationId="{00000000-0000-0000-0000-000000000000}"/>
          </ac:spMkLst>
        </pc:spChg>
        <pc:picChg chg="add">
          <ac:chgData name="Ajay Kumar Sahu" userId="dd24f88422e0a5ca" providerId="LiveId" clId="{D4359742-125F-44D8-ADFF-EA47969DD1D9}" dt="2026-10-01T11:12:14.776" v="3206" actId="22"/>
          <ac:picMkLst>
            <pc:docMk/>
            <pc:sldMk cId="0" sldId="261"/>
            <ac:picMk id="12" creationId="{64127C38-727B-5469-7D73-11F6B4694BCF}"/>
          </ac:picMkLst>
        </pc:picChg>
      </pc:sldChg>
      <pc:sldChg chg="addSp delSp modSp mod">
        <pc:chgData name="Ajay Kumar Sahu" userId="dd24f88422e0a5ca" providerId="LiveId" clId="{D4359742-125F-44D8-ADFF-EA47969DD1D9}" dt="2026-10-01T11:54:23.567" v="3479" actId="1076"/>
        <pc:sldMkLst>
          <pc:docMk/>
          <pc:sldMk cId="0" sldId="262"/>
        </pc:sldMkLst>
        <pc:spChg chg="mod">
          <ac:chgData name="Ajay Kumar Sahu" userId="dd24f88422e0a5ca" providerId="LiveId" clId="{D4359742-125F-44D8-ADFF-EA47969DD1D9}" dt="2026-10-01T11:53:32.458" v="3467" actId="1076"/>
          <ac:spMkLst>
            <pc:docMk/>
            <pc:sldMk cId="0" sldId="262"/>
            <ac:spMk id="2" creationId="{00000000-0000-0000-0000-000000000000}"/>
          </ac:spMkLst>
        </pc:spChg>
        <pc:spChg chg="mod">
          <ac:chgData name="Ajay Kumar Sahu" userId="dd24f88422e0a5ca" providerId="LiveId" clId="{D4359742-125F-44D8-ADFF-EA47969DD1D9}" dt="2026-10-01T11:17:05.131" v="3295" actId="20577"/>
          <ac:spMkLst>
            <pc:docMk/>
            <pc:sldMk cId="0" sldId="262"/>
            <ac:spMk id="3" creationId="{00000000-0000-0000-0000-000000000000}"/>
          </ac:spMkLst>
        </pc:spChg>
        <pc:spChg chg="mod">
          <ac:chgData name="Ajay Kumar Sahu" userId="dd24f88422e0a5ca" providerId="LiveId" clId="{D4359742-125F-44D8-ADFF-EA47969DD1D9}" dt="2026-10-01T11:17:40.374" v="3298" actId="207"/>
          <ac:spMkLst>
            <pc:docMk/>
            <pc:sldMk cId="0" sldId="262"/>
            <ac:spMk id="4" creationId="{00000000-0000-0000-0000-000000000000}"/>
          </ac:spMkLst>
        </pc:spChg>
        <pc:spChg chg="mod">
          <ac:chgData name="Ajay Kumar Sahu" userId="dd24f88422e0a5ca" providerId="LiveId" clId="{D4359742-125F-44D8-ADFF-EA47969DD1D9}" dt="2026-10-01T11:21:36.889" v="3427" actId="120"/>
          <ac:spMkLst>
            <pc:docMk/>
            <pc:sldMk cId="0" sldId="262"/>
            <ac:spMk id="5" creationId="{00000000-0000-0000-0000-000000000000}"/>
          </ac:spMkLst>
        </pc:spChg>
        <pc:spChg chg="mod">
          <ac:chgData name="Ajay Kumar Sahu" userId="dd24f88422e0a5ca" providerId="LiveId" clId="{D4359742-125F-44D8-ADFF-EA47969DD1D9}" dt="2026-10-01T11:21:17.284" v="3426"/>
          <ac:spMkLst>
            <pc:docMk/>
            <pc:sldMk cId="0" sldId="262"/>
            <ac:spMk id="6" creationId="{00000000-0000-0000-0000-000000000000}"/>
          </ac:spMkLst>
        </pc:spChg>
        <pc:spChg chg="mod">
          <ac:chgData name="Ajay Kumar Sahu" userId="dd24f88422e0a5ca" providerId="LiveId" clId="{D4359742-125F-44D8-ADFF-EA47969DD1D9}" dt="2026-10-01T11:22:42.106" v="3450"/>
          <ac:spMkLst>
            <pc:docMk/>
            <pc:sldMk cId="0" sldId="262"/>
            <ac:spMk id="7" creationId="{00000000-0000-0000-0000-000000000000}"/>
          </ac:spMkLst>
        </pc:spChg>
        <pc:spChg chg="mod">
          <ac:chgData name="Ajay Kumar Sahu" userId="dd24f88422e0a5ca" providerId="LiveId" clId="{D4359742-125F-44D8-ADFF-EA47969DD1D9}" dt="2026-10-01T11:54:14.179" v="3478" actId="1076"/>
          <ac:spMkLst>
            <pc:docMk/>
            <pc:sldMk cId="0" sldId="262"/>
            <ac:spMk id="19" creationId="{00000000-0000-0000-0000-000000000000}"/>
          </ac:spMkLst>
        </pc:spChg>
        <pc:spChg chg="add del mod">
          <ac:chgData name="Ajay Kumar Sahu" userId="dd24f88422e0a5ca" providerId="LiveId" clId="{D4359742-125F-44D8-ADFF-EA47969DD1D9}" dt="2026-10-01T11:54:23.567" v="3479" actId="1076"/>
          <ac:spMkLst>
            <pc:docMk/>
            <pc:sldMk cId="0" sldId="262"/>
            <ac:spMk id="22" creationId="{00000000-0000-0000-0000-000000000000}"/>
          </ac:spMkLst>
        </pc:spChg>
        <pc:grpChg chg="add del mod">
          <ac:chgData name="Ajay Kumar Sahu" userId="dd24f88422e0a5ca" providerId="LiveId" clId="{D4359742-125F-44D8-ADFF-EA47969DD1D9}" dt="2026-10-01T11:54:01.410" v="3474" actId="1076"/>
          <ac:grpSpMkLst>
            <pc:docMk/>
            <pc:sldMk cId="0" sldId="262"/>
            <ac:grpSpMk id="18" creationId="{00000000-0000-0000-0000-000000000000}"/>
          </ac:grpSpMkLst>
        </pc:grpChg>
        <pc:picChg chg="add">
          <ac:chgData name="Ajay Kumar Sahu" userId="dd24f88422e0a5ca" providerId="LiveId" clId="{D4359742-125F-44D8-ADFF-EA47969DD1D9}" dt="2026-10-01T11:17:53.822" v="3299" actId="22"/>
          <ac:picMkLst>
            <pc:docMk/>
            <pc:sldMk cId="0" sldId="262"/>
            <ac:picMk id="26" creationId="{016B76E9-48C3-A40E-8DF0-17002B0E2CD3}"/>
          </ac:picMkLst>
        </pc:picChg>
      </pc:sldChg>
      <pc:sldChg chg="addSp modSp mod">
        <pc:chgData name="Ajay Kumar Sahu" userId="dd24f88422e0a5ca" providerId="LiveId" clId="{D4359742-125F-44D8-ADFF-EA47969DD1D9}" dt="2026-10-01T12:11:58.532" v="3872" actId="22"/>
        <pc:sldMkLst>
          <pc:docMk/>
          <pc:sldMk cId="0" sldId="263"/>
        </pc:sldMkLst>
        <pc:spChg chg="mod">
          <ac:chgData name="Ajay Kumar Sahu" userId="dd24f88422e0a5ca" providerId="LiveId" clId="{D4359742-125F-44D8-ADFF-EA47969DD1D9}" dt="2026-10-01T11:55:00.458" v="3507" actId="20577"/>
          <ac:spMkLst>
            <pc:docMk/>
            <pc:sldMk cId="0" sldId="263"/>
            <ac:spMk id="12" creationId="{00000000-0000-0000-0000-000000000000}"/>
          </ac:spMkLst>
        </pc:spChg>
        <pc:spChg chg="mod">
          <ac:chgData name="Ajay Kumar Sahu" userId="dd24f88422e0a5ca" providerId="LiveId" clId="{D4359742-125F-44D8-ADFF-EA47969DD1D9}" dt="2026-10-01T12:08:28.368" v="3613" actId="20577"/>
          <ac:spMkLst>
            <pc:docMk/>
            <pc:sldMk cId="0" sldId="263"/>
            <ac:spMk id="13" creationId="{00000000-0000-0000-0000-000000000000}"/>
          </ac:spMkLst>
        </pc:spChg>
        <pc:spChg chg="mod">
          <ac:chgData name="Ajay Kumar Sahu" userId="dd24f88422e0a5ca" providerId="LiveId" clId="{D4359742-125F-44D8-ADFF-EA47969DD1D9}" dt="2026-10-01T12:09:25.308" v="3670" actId="20577"/>
          <ac:spMkLst>
            <pc:docMk/>
            <pc:sldMk cId="0" sldId="263"/>
            <ac:spMk id="14" creationId="{00000000-0000-0000-0000-000000000000}"/>
          </ac:spMkLst>
        </pc:spChg>
        <pc:spChg chg="mod">
          <ac:chgData name="Ajay Kumar Sahu" userId="dd24f88422e0a5ca" providerId="LiveId" clId="{D4359742-125F-44D8-ADFF-EA47969DD1D9}" dt="2026-10-01T12:10:17.877" v="3745" actId="20577"/>
          <ac:spMkLst>
            <pc:docMk/>
            <pc:sldMk cId="0" sldId="263"/>
            <ac:spMk id="15" creationId="{00000000-0000-0000-0000-000000000000}"/>
          </ac:spMkLst>
        </pc:spChg>
        <pc:spChg chg="mod">
          <ac:chgData name="Ajay Kumar Sahu" userId="dd24f88422e0a5ca" providerId="LiveId" clId="{D4359742-125F-44D8-ADFF-EA47969DD1D9}" dt="2026-10-01T12:10:27.706" v="3746"/>
          <ac:spMkLst>
            <pc:docMk/>
            <pc:sldMk cId="0" sldId="263"/>
            <ac:spMk id="19" creationId="{0618230A-D344-53AA-3A2C-B3521DE856EE}"/>
          </ac:spMkLst>
        </pc:spChg>
        <pc:spChg chg="mod">
          <ac:chgData name="Ajay Kumar Sahu" userId="dd24f88422e0a5ca" providerId="LiveId" clId="{D4359742-125F-44D8-ADFF-EA47969DD1D9}" dt="2026-10-01T12:10:37.731" v="3749" actId="20577"/>
          <ac:spMkLst>
            <pc:docMk/>
            <pc:sldMk cId="0" sldId="263"/>
            <ac:spMk id="20" creationId="{95E8706D-8C93-63DB-E78D-72A90A9C7BB9}"/>
          </ac:spMkLst>
        </pc:spChg>
        <pc:spChg chg="add mod">
          <ac:chgData name="Ajay Kumar Sahu" userId="dd24f88422e0a5ca" providerId="LiveId" clId="{D4359742-125F-44D8-ADFF-EA47969DD1D9}" dt="2026-10-01T12:11:37.261" v="3870" actId="20577"/>
          <ac:spMkLst>
            <pc:docMk/>
            <pc:sldMk cId="0" sldId="263"/>
            <ac:spMk id="22" creationId="{317F3CEE-CF4C-DC13-E09D-03ABC488713B}"/>
          </ac:spMkLst>
        </pc:spChg>
        <pc:grpChg chg="add mod">
          <ac:chgData name="Ajay Kumar Sahu" userId="dd24f88422e0a5ca" providerId="LiveId" clId="{D4359742-125F-44D8-ADFF-EA47969DD1D9}" dt="2026-10-01T12:10:32.691" v="3747" actId="1076"/>
          <ac:grpSpMkLst>
            <pc:docMk/>
            <pc:sldMk cId="0" sldId="263"/>
            <ac:grpSpMk id="18" creationId="{D215277D-F193-C607-2BEF-A269B620BA7C}"/>
          </ac:grpSpMkLst>
        </pc:grpChg>
        <pc:picChg chg="add">
          <ac:chgData name="Ajay Kumar Sahu" userId="dd24f88422e0a5ca" providerId="LiveId" clId="{D4359742-125F-44D8-ADFF-EA47969DD1D9}" dt="2026-10-01T12:11:58.532" v="3872" actId="22"/>
          <ac:picMkLst>
            <pc:docMk/>
            <pc:sldMk cId="0" sldId="263"/>
            <ac:picMk id="24" creationId="{4930E10F-EABE-EB33-B7EF-2BC2B98ABDC4}"/>
          </ac:picMkLst>
        </pc:picChg>
      </pc:sldChg>
      <pc:sldChg chg="addSp delSp modSp mod">
        <pc:chgData name="Ajay Kumar Sahu" userId="dd24f88422e0a5ca" providerId="LiveId" clId="{D4359742-125F-44D8-ADFF-EA47969DD1D9}" dt="2026-10-01T20:14:46.920" v="4351" actId="22"/>
        <pc:sldMkLst>
          <pc:docMk/>
          <pc:sldMk cId="0" sldId="264"/>
        </pc:sldMkLst>
        <pc:spChg chg="mod">
          <ac:chgData name="Ajay Kumar Sahu" userId="dd24f88422e0a5ca" providerId="LiveId" clId="{D4359742-125F-44D8-ADFF-EA47969DD1D9}" dt="2026-10-01T18:24:11.905" v="4144" actId="20577"/>
          <ac:spMkLst>
            <pc:docMk/>
            <pc:sldMk cId="0" sldId="264"/>
            <ac:spMk id="6" creationId="{00000000-0000-0000-0000-000000000000}"/>
          </ac:spMkLst>
        </pc:spChg>
        <pc:spChg chg="mod">
          <ac:chgData name="Ajay Kumar Sahu" userId="dd24f88422e0a5ca" providerId="LiveId" clId="{D4359742-125F-44D8-ADFF-EA47969DD1D9}" dt="2026-10-01T18:32:25.591" v="4160" actId="20577"/>
          <ac:spMkLst>
            <pc:docMk/>
            <pc:sldMk cId="0" sldId="264"/>
            <ac:spMk id="13" creationId="{00000000-0000-0000-0000-000000000000}"/>
          </ac:spMkLst>
        </pc:spChg>
        <pc:spChg chg="mod">
          <ac:chgData name="Ajay Kumar Sahu" userId="dd24f88422e0a5ca" providerId="LiveId" clId="{D4359742-125F-44D8-ADFF-EA47969DD1D9}" dt="2026-10-01T18:59:12.643" v="4349" actId="2711"/>
          <ac:spMkLst>
            <pc:docMk/>
            <pc:sldMk cId="0" sldId="264"/>
            <ac:spMk id="14" creationId="{00000000-0000-0000-0000-000000000000}"/>
          </ac:spMkLst>
        </pc:spChg>
        <pc:grpChg chg="mod">
          <ac:chgData name="Ajay Kumar Sahu" userId="dd24f88422e0a5ca" providerId="LiveId" clId="{D4359742-125F-44D8-ADFF-EA47969DD1D9}" dt="2026-10-01T18:37:48.866" v="4163" actId="14100"/>
          <ac:grpSpMkLst>
            <pc:docMk/>
            <pc:sldMk cId="0" sldId="264"/>
            <ac:grpSpMk id="9" creationId="{00000000-0000-0000-0000-000000000000}"/>
          </ac:grpSpMkLst>
        </pc:grpChg>
        <pc:picChg chg="add">
          <ac:chgData name="Ajay Kumar Sahu" userId="dd24f88422e0a5ca" providerId="LiveId" clId="{D4359742-125F-44D8-ADFF-EA47969DD1D9}" dt="2026-10-01T20:14:46.920" v="4351" actId="22"/>
          <ac:picMkLst>
            <pc:docMk/>
            <pc:sldMk cId="0" sldId="264"/>
            <ac:picMk id="16" creationId="{7E1EDBF3-BB7C-B472-D150-B1EA8827538C}"/>
          </ac:picMkLst>
        </pc:picChg>
      </pc:sldChg>
      <pc:sldChg chg="addSp delSp modSp mod">
        <pc:chgData name="Ajay Kumar Sahu" userId="dd24f88422e0a5ca" providerId="LiveId" clId="{D4359742-125F-44D8-ADFF-EA47969DD1D9}" dt="2026-10-03T11:54:23.264" v="5544" actId="20577"/>
        <pc:sldMkLst>
          <pc:docMk/>
          <pc:sldMk cId="0" sldId="265"/>
        </pc:sldMkLst>
        <pc:spChg chg="mod">
          <ac:chgData name="Ajay Kumar Sahu" userId="dd24f88422e0a5ca" providerId="LiveId" clId="{D4359742-125F-44D8-ADFF-EA47969DD1D9}" dt="2026-10-03T11:53:52.754" v="5540" actId="1076"/>
          <ac:spMkLst>
            <pc:docMk/>
            <pc:sldMk cId="0" sldId="265"/>
            <ac:spMk id="3" creationId="{00000000-0000-0000-0000-000000000000}"/>
          </ac:spMkLst>
        </pc:spChg>
        <pc:spChg chg="mod">
          <ac:chgData name="Ajay Kumar Sahu" userId="dd24f88422e0a5ca" providerId="LiveId" clId="{D4359742-125F-44D8-ADFF-EA47969DD1D9}" dt="2026-10-03T11:53:58.402" v="5541" actId="14100"/>
          <ac:spMkLst>
            <pc:docMk/>
            <pc:sldMk cId="0" sldId="265"/>
            <ac:spMk id="4" creationId="{00000000-0000-0000-0000-000000000000}"/>
          </ac:spMkLst>
        </pc:spChg>
        <pc:spChg chg="del topLvl">
          <ac:chgData name="Ajay Kumar Sahu" userId="dd24f88422e0a5ca" providerId="LiveId" clId="{D4359742-125F-44D8-ADFF-EA47969DD1D9}" dt="2026-10-03T11:21:13.269" v="4992" actId="478"/>
          <ac:spMkLst>
            <pc:docMk/>
            <pc:sldMk cId="0" sldId="265"/>
            <ac:spMk id="22" creationId="{00000000-0000-0000-0000-000000000000}"/>
          </ac:spMkLst>
        </pc:spChg>
        <pc:spChg chg="del topLvl">
          <ac:chgData name="Ajay Kumar Sahu" userId="dd24f88422e0a5ca" providerId="LiveId" clId="{D4359742-125F-44D8-ADFF-EA47969DD1D9}" dt="2026-10-03T11:21:16.532" v="4993" actId="478"/>
          <ac:spMkLst>
            <pc:docMk/>
            <pc:sldMk cId="0" sldId="265"/>
            <ac:spMk id="23" creationId="{00000000-0000-0000-0000-000000000000}"/>
          </ac:spMkLst>
        </pc:spChg>
        <pc:spChg chg="add mod">
          <ac:chgData name="Ajay Kumar Sahu" userId="dd24f88422e0a5ca" providerId="LiveId" clId="{D4359742-125F-44D8-ADFF-EA47969DD1D9}" dt="2026-10-03T11:54:23.264" v="5544" actId="20577"/>
          <ac:spMkLst>
            <pc:docMk/>
            <pc:sldMk cId="0" sldId="265"/>
            <ac:spMk id="34" creationId="{BF27C86A-0EDA-D985-42D9-5D1DF5F289C6}"/>
          </ac:spMkLst>
        </pc:spChg>
        <pc:grpChg chg="del">
          <ac:chgData name="Ajay Kumar Sahu" userId="dd24f88422e0a5ca" providerId="LiveId" clId="{D4359742-125F-44D8-ADFF-EA47969DD1D9}" dt="2026-10-03T11:21:09.889" v="4991" actId="478"/>
          <ac:grpSpMkLst>
            <pc:docMk/>
            <pc:sldMk cId="0" sldId="265"/>
            <ac:grpSpMk id="5" creationId="{00000000-0000-0000-0000-000000000000}"/>
          </ac:grpSpMkLst>
        </pc:grpChg>
        <pc:grpChg chg="del">
          <ac:chgData name="Ajay Kumar Sahu" userId="dd24f88422e0a5ca" providerId="LiveId" clId="{D4359742-125F-44D8-ADFF-EA47969DD1D9}" dt="2026-10-03T11:21:00.613" v="4987" actId="478"/>
          <ac:grpSpMkLst>
            <pc:docMk/>
            <pc:sldMk cId="0" sldId="265"/>
            <ac:grpSpMk id="9" creationId="{00000000-0000-0000-0000-000000000000}"/>
          </ac:grpSpMkLst>
        </pc:grpChg>
        <pc:grpChg chg="del">
          <ac:chgData name="Ajay Kumar Sahu" userId="dd24f88422e0a5ca" providerId="LiveId" clId="{D4359742-125F-44D8-ADFF-EA47969DD1D9}" dt="2026-10-03T11:21:06.592" v="4989" actId="478"/>
          <ac:grpSpMkLst>
            <pc:docMk/>
            <pc:sldMk cId="0" sldId="265"/>
            <ac:grpSpMk id="13" creationId="{00000000-0000-0000-0000-000000000000}"/>
          </ac:grpSpMkLst>
        </pc:grpChg>
        <pc:grpChg chg="del">
          <ac:chgData name="Ajay Kumar Sahu" userId="dd24f88422e0a5ca" providerId="LiveId" clId="{D4359742-125F-44D8-ADFF-EA47969DD1D9}" dt="2026-10-03T11:20:56.161" v="4985" actId="478"/>
          <ac:grpSpMkLst>
            <pc:docMk/>
            <pc:sldMk cId="0" sldId="265"/>
            <ac:grpSpMk id="17" creationId="{00000000-0000-0000-0000-000000000000}"/>
          </ac:grpSpMkLst>
        </pc:grpChg>
        <pc:grpChg chg="del">
          <ac:chgData name="Ajay Kumar Sahu" userId="dd24f88422e0a5ca" providerId="LiveId" clId="{D4359742-125F-44D8-ADFF-EA47969DD1D9}" dt="2026-10-03T11:21:13.269" v="4992" actId="478"/>
          <ac:grpSpMkLst>
            <pc:docMk/>
            <pc:sldMk cId="0" sldId="265"/>
            <ac:grpSpMk id="21" creationId="{00000000-0000-0000-0000-000000000000}"/>
          </ac:grpSpMkLst>
        </pc:grpChg>
        <pc:grpChg chg="del">
          <ac:chgData name="Ajay Kumar Sahu" userId="dd24f88422e0a5ca" providerId="LiveId" clId="{D4359742-125F-44D8-ADFF-EA47969DD1D9}" dt="2026-10-03T11:21:04.328" v="4988" actId="478"/>
          <ac:grpSpMkLst>
            <pc:docMk/>
            <pc:sldMk cId="0" sldId="265"/>
            <ac:grpSpMk id="24" creationId="{00000000-0000-0000-0000-000000000000}"/>
          </ac:grpSpMkLst>
        </pc:grpChg>
        <pc:grpChg chg="del">
          <ac:chgData name="Ajay Kumar Sahu" userId="dd24f88422e0a5ca" providerId="LiveId" clId="{D4359742-125F-44D8-ADFF-EA47969DD1D9}" dt="2026-10-03T11:21:08.414" v="4990" actId="478"/>
          <ac:grpSpMkLst>
            <pc:docMk/>
            <pc:sldMk cId="0" sldId="265"/>
            <ac:grpSpMk id="27" creationId="{00000000-0000-0000-0000-000000000000}"/>
          </ac:grpSpMkLst>
        </pc:grpChg>
        <pc:grpChg chg="del">
          <ac:chgData name="Ajay Kumar Sahu" userId="dd24f88422e0a5ca" providerId="LiveId" clId="{D4359742-125F-44D8-ADFF-EA47969DD1D9}" dt="2026-10-03T11:20:59.030" v="4986" actId="478"/>
          <ac:grpSpMkLst>
            <pc:docMk/>
            <pc:sldMk cId="0" sldId="265"/>
            <ac:grpSpMk id="30" creationId="{00000000-0000-0000-0000-000000000000}"/>
          </ac:grpSpMkLst>
        </pc:grpChg>
        <pc:graphicFrameChg chg="add mod modGraphic">
          <ac:chgData name="Ajay Kumar Sahu" userId="dd24f88422e0a5ca" providerId="LiveId" clId="{D4359742-125F-44D8-ADFF-EA47969DD1D9}" dt="2026-10-03T11:53:04.771" v="5533" actId="120"/>
          <ac:graphicFrameMkLst>
            <pc:docMk/>
            <pc:sldMk cId="0" sldId="265"/>
            <ac:graphicFrameMk id="33" creationId="{07D02885-60FE-9009-2211-89901960D2EE}"/>
          </ac:graphicFrameMkLst>
        </pc:graphicFrameChg>
        <pc:picChg chg="add">
          <ac:chgData name="Ajay Kumar Sahu" userId="dd24f88422e0a5ca" providerId="LiveId" clId="{D4359742-125F-44D8-ADFF-EA47969DD1D9}" dt="2026-10-03T11:54:15.349" v="5542" actId="22"/>
          <ac:picMkLst>
            <pc:docMk/>
            <pc:sldMk cId="0" sldId="265"/>
            <ac:picMk id="36" creationId="{070CBEFB-259D-AB17-0A0C-3E709AEF4749}"/>
          </ac:picMkLst>
        </pc:picChg>
      </pc:sldChg>
      <pc:sldChg chg="addSp delSp modSp mod">
        <pc:chgData name="Ajay Kumar Sahu" userId="dd24f88422e0a5ca" providerId="LiveId" clId="{D4359742-125F-44D8-ADFF-EA47969DD1D9}" dt="2026-10-03T18:37:48.501" v="6955" actId="1076"/>
        <pc:sldMkLst>
          <pc:docMk/>
          <pc:sldMk cId="0" sldId="266"/>
        </pc:sldMkLst>
        <pc:spChg chg="mod">
          <ac:chgData name="Ajay Kumar Sahu" userId="dd24f88422e0a5ca" providerId="LiveId" clId="{D4359742-125F-44D8-ADFF-EA47969DD1D9}" dt="2026-10-03T18:36:06.169" v="6925" actId="1076"/>
          <ac:spMkLst>
            <pc:docMk/>
            <pc:sldMk cId="0" sldId="266"/>
            <ac:spMk id="2" creationId="{00000000-0000-0000-0000-000000000000}"/>
          </ac:spMkLst>
        </pc:spChg>
        <pc:spChg chg="mod">
          <ac:chgData name="Ajay Kumar Sahu" userId="dd24f88422e0a5ca" providerId="LiveId" clId="{D4359742-125F-44D8-ADFF-EA47969DD1D9}" dt="2026-10-03T18:36:43.087" v="6931" actId="1076"/>
          <ac:spMkLst>
            <pc:docMk/>
            <pc:sldMk cId="0" sldId="266"/>
            <ac:spMk id="3" creationId="{00000000-0000-0000-0000-000000000000}"/>
          </ac:spMkLst>
        </pc:spChg>
        <pc:spChg chg="mod">
          <ac:chgData name="Ajay Kumar Sahu" userId="dd24f88422e0a5ca" providerId="LiveId" clId="{D4359742-125F-44D8-ADFF-EA47969DD1D9}" dt="2026-10-03T18:36:56.042" v="6932" actId="1076"/>
          <ac:spMkLst>
            <pc:docMk/>
            <pc:sldMk cId="0" sldId="266"/>
            <ac:spMk id="4" creationId="{00000000-0000-0000-0000-000000000000}"/>
          </ac:spMkLst>
        </pc:spChg>
        <pc:spChg chg="mod">
          <ac:chgData name="Ajay Kumar Sahu" userId="dd24f88422e0a5ca" providerId="LiveId" clId="{D4359742-125F-44D8-ADFF-EA47969DD1D9}" dt="2026-10-03T18:35:20.179" v="6880" actId="20577"/>
          <ac:spMkLst>
            <pc:docMk/>
            <pc:sldMk cId="0" sldId="266"/>
            <ac:spMk id="5" creationId="{00000000-0000-0000-0000-000000000000}"/>
          </ac:spMkLst>
        </pc:spChg>
        <pc:spChg chg="mod">
          <ac:chgData name="Ajay Kumar Sahu" userId="dd24f88422e0a5ca" providerId="LiveId" clId="{D4359742-125F-44D8-ADFF-EA47969DD1D9}" dt="2026-10-03T18:35:42.251" v="6918" actId="20577"/>
          <ac:spMkLst>
            <pc:docMk/>
            <pc:sldMk cId="0" sldId="266"/>
            <ac:spMk id="6" creationId="{00000000-0000-0000-0000-000000000000}"/>
          </ac:spMkLst>
        </pc:spChg>
        <pc:spChg chg="add del mod">
          <ac:chgData name="Ajay Kumar Sahu" userId="dd24f88422e0a5ca" providerId="LiveId" clId="{D4359742-125F-44D8-ADFF-EA47969DD1D9}" dt="2026-10-03T18:37:48.501" v="6955" actId="1076"/>
          <ac:spMkLst>
            <pc:docMk/>
            <pc:sldMk cId="0" sldId="266"/>
            <ac:spMk id="7" creationId="{00000000-0000-0000-0000-000000000000}"/>
          </ac:spMkLst>
        </pc:spChg>
        <pc:spChg chg="add del">
          <ac:chgData name="Ajay Kumar Sahu" userId="dd24f88422e0a5ca" providerId="LiveId" clId="{D4359742-125F-44D8-ADFF-EA47969DD1D9}" dt="2026-10-03T18:36:12.827" v="6928" actId="478"/>
          <ac:spMkLst>
            <pc:docMk/>
            <pc:sldMk cId="0" sldId="266"/>
            <ac:spMk id="9" creationId="{00000000-0000-0000-0000-000000000000}"/>
          </ac:spMkLst>
        </pc:spChg>
        <pc:picChg chg="add">
          <ac:chgData name="Ajay Kumar Sahu" userId="dd24f88422e0a5ca" providerId="LiveId" clId="{D4359742-125F-44D8-ADFF-EA47969DD1D9}" dt="2026-10-03T18:28:26.969" v="6831" actId="22"/>
          <ac:picMkLst>
            <pc:docMk/>
            <pc:sldMk cId="0" sldId="266"/>
            <ac:picMk id="15" creationId="{44AE61C9-9AF9-7309-0BDA-B4E3C0A1D635}"/>
          </ac:picMkLst>
        </pc:picChg>
      </pc:sldChg>
      <pc:sldChg chg="addSp delSp modSp mod ord">
        <pc:chgData name="Ajay Kumar Sahu" userId="dd24f88422e0a5ca" providerId="LiveId" clId="{D4359742-125F-44D8-ADFF-EA47969DD1D9}" dt="2026-10-03T18:28:21.218" v="6830" actId="22"/>
        <pc:sldMkLst>
          <pc:docMk/>
          <pc:sldMk cId="0" sldId="267"/>
        </pc:sldMkLst>
        <pc:spChg chg="add del mod">
          <ac:chgData name="Ajay Kumar Sahu" userId="dd24f88422e0a5ca" providerId="LiveId" clId="{D4359742-125F-44D8-ADFF-EA47969DD1D9}" dt="2026-10-03T18:08:51.401" v="6657" actId="20577"/>
          <ac:spMkLst>
            <pc:docMk/>
            <pc:sldMk cId="0" sldId="267"/>
            <ac:spMk id="2" creationId="{00000000-0000-0000-0000-000000000000}"/>
          </ac:spMkLst>
        </pc:spChg>
        <pc:spChg chg="del">
          <ac:chgData name="Ajay Kumar Sahu" userId="dd24f88422e0a5ca" providerId="LiveId" clId="{D4359742-125F-44D8-ADFF-EA47969DD1D9}" dt="2026-10-03T18:08:17.058" v="6645" actId="478"/>
          <ac:spMkLst>
            <pc:docMk/>
            <pc:sldMk cId="0" sldId="267"/>
            <ac:spMk id="3" creationId="{00000000-0000-0000-0000-000000000000}"/>
          </ac:spMkLst>
        </pc:spChg>
        <pc:spChg chg="del">
          <ac:chgData name="Ajay Kumar Sahu" userId="dd24f88422e0a5ca" providerId="LiveId" clId="{D4359742-125F-44D8-ADFF-EA47969DD1D9}" dt="2026-10-03T18:06:12.620" v="6614" actId="478"/>
          <ac:spMkLst>
            <pc:docMk/>
            <pc:sldMk cId="0" sldId="267"/>
            <ac:spMk id="4" creationId="{00000000-0000-0000-0000-000000000000}"/>
          </ac:spMkLst>
        </pc:spChg>
        <pc:spChg chg="del">
          <ac:chgData name="Ajay Kumar Sahu" userId="dd24f88422e0a5ca" providerId="LiveId" clId="{D4359742-125F-44D8-ADFF-EA47969DD1D9}" dt="2026-10-03T18:06:56.282" v="6625" actId="478"/>
          <ac:spMkLst>
            <pc:docMk/>
            <pc:sldMk cId="0" sldId="267"/>
            <ac:spMk id="5" creationId="{00000000-0000-0000-0000-000000000000}"/>
          </ac:spMkLst>
        </pc:spChg>
        <pc:spChg chg="del">
          <ac:chgData name="Ajay Kumar Sahu" userId="dd24f88422e0a5ca" providerId="LiveId" clId="{D4359742-125F-44D8-ADFF-EA47969DD1D9}" dt="2026-10-03T18:05:45.520" v="6606" actId="478"/>
          <ac:spMkLst>
            <pc:docMk/>
            <pc:sldMk cId="0" sldId="267"/>
            <ac:spMk id="6" creationId="{00000000-0000-0000-0000-000000000000}"/>
          </ac:spMkLst>
        </pc:spChg>
        <pc:spChg chg="del">
          <ac:chgData name="Ajay Kumar Sahu" userId="dd24f88422e0a5ca" providerId="LiveId" clId="{D4359742-125F-44D8-ADFF-EA47969DD1D9}" dt="2026-10-03T18:06:24.815" v="6616" actId="478"/>
          <ac:spMkLst>
            <pc:docMk/>
            <pc:sldMk cId="0" sldId="267"/>
            <ac:spMk id="7" creationId="{00000000-0000-0000-0000-000000000000}"/>
          </ac:spMkLst>
        </pc:spChg>
        <pc:spChg chg="del">
          <ac:chgData name="Ajay Kumar Sahu" userId="dd24f88422e0a5ca" providerId="LiveId" clId="{D4359742-125F-44D8-ADFF-EA47969DD1D9}" dt="2026-10-03T18:07:20.900" v="6632" actId="478"/>
          <ac:spMkLst>
            <pc:docMk/>
            <pc:sldMk cId="0" sldId="267"/>
            <ac:spMk id="8" creationId="{00000000-0000-0000-0000-000000000000}"/>
          </ac:spMkLst>
        </pc:spChg>
        <pc:spChg chg="del">
          <ac:chgData name="Ajay Kumar Sahu" userId="dd24f88422e0a5ca" providerId="LiveId" clId="{D4359742-125F-44D8-ADFF-EA47969DD1D9}" dt="2026-10-03T18:09:02.212" v="6659" actId="478"/>
          <ac:spMkLst>
            <pc:docMk/>
            <pc:sldMk cId="0" sldId="267"/>
            <ac:spMk id="9" creationId="{00000000-0000-0000-0000-000000000000}"/>
          </ac:spMkLst>
        </pc:spChg>
        <pc:spChg chg="del">
          <ac:chgData name="Ajay Kumar Sahu" userId="dd24f88422e0a5ca" providerId="LiveId" clId="{D4359742-125F-44D8-ADFF-EA47969DD1D9}" dt="2026-10-03T18:08:40.371" v="6654" actId="478"/>
          <ac:spMkLst>
            <pc:docMk/>
            <pc:sldMk cId="0" sldId="267"/>
            <ac:spMk id="10" creationId="{00000000-0000-0000-0000-000000000000}"/>
          </ac:spMkLst>
        </pc:spChg>
        <pc:spChg chg="del">
          <ac:chgData name="Ajay Kumar Sahu" userId="dd24f88422e0a5ca" providerId="LiveId" clId="{D4359742-125F-44D8-ADFF-EA47969DD1D9}" dt="2026-10-03T18:06:38.094" v="6621" actId="478"/>
          <ac:spMkLst>
            <pc:docMk/>
            <pc:sldMk cId="0" sldId="267"/>
            <ac:spMk id="11" creationId="{00000000-0000-0000-0000-000000000000}"/>
          </ac:spMkLst>
        </pc:spChg>
        <pc:spChg chg="del mod">
          <ac:chgData name="Ajay Kumar Sahu" userId="dd24f88422e0a5ca" providerId="LiveId" clId="{D4359742-125F-44D8-ADFF-EA47969DD1D9}" dt="2026-10-03T18:07:39.619" v="6638" actId="478"/>
          <ac:spMkLst>
            <pc:docMk/>
            <pc:sldMk cId="0" sldId="267"/>
            <ac:spMk id="12" creationId="{00000000-0000-0000-0000-000000000000}"/>
          </ac:spMkLst>
        </pc:spChg>
        <pc:spChg chg="del">
          <ac:chgData name="Ajay Kumar Sahu" userId="dd24f88422e0a5ca" providerId="LiveId" clId="{D4359742-125F-44D8-ADFF-EA47969DD1D9}" dt="2026-10-03T18:06:53.949" v="6624" actId="478"/>
          <ac:spMkLst>
            <pc:docMk/>
            <pc:sldMk cId="0" sldId="267"/>
            <ac:spMk id="13" creationId="{00000000-0000-0000-0000-000000000000}"/>
          </ac:spMkLst>
        </pc:spChg>
        <pc:spChg chg="del">
          <ac:chgData name="Ajay Kumar Sahu" userId="dd24f88422e0a5ca" providerId="LiveId" clId="{D4359742-125F-44D8-ADFF-EA47969DD1D9}" dt="2026-10-03T18:09:05.190" v="6660" actId="478"/>
          <ac:spMkLst>
            <pc:docMk/>
            <pc:sldMk cId="0" sldId="267"/>
            <ac:spMk id="14" creationId="{00000000-0000-0000-0000-000000000000}"/>
          </ac:spMkLst>
        </pc:spChg>
        <pc:spChg chg="del">
          <ac:chgData name="Ajay Kumar Sahu" userId="dd24f88422e0a5ca" providerId="LiveId" clId="{D4359742-125F-44D8-ADFF-EA47969DD1D9}" dt="2026-10-03T18:06:00.056" v="6610" actId="478"/>
          <ac:spMkLst>
            <pc:docMk/>
            <pc:sldMk cId="0" sldId="267"/>
            <ac:spMk id="15" creationId="{00000000-0000-0000-0000-000000000000}"/>
          </ac:spMkLst>
        </pc:spChg>
        <pc:spChg chg="del">
          <ac:chgData name="Ajay Kumar Sahu" userId="dd24f88422e0a5ca" providerId="LiveId" clId="{D4359742-125F-44D8-ADFF-EA47969DD1D9}" dt="2026-10-03T18:08:48.360" v="6656" actId="478"/>
          <ac:spMkLst>
            <pc:docMk/>
            <pc:sldMk cId="0" sldId="267"/>
            <ac:spMk id="16" creationId="{00000000-0000-0000-0000-000000000000}"/>
          </ac:spMkLst>
        </pc:spChg>
        <pc:spChg chg="del">
          <ac:chgData name="Ajay Kumar Sahu" userId="dd24f88422e0a5ca" providerId="LiveId" clId="{D4359742-125F-44D8-ADFF-EA47969DD1D9}" dt="2026-10-03T18:07:06.853" v="6629" actId="478"/>
          <ac:spMkLst>
            <pc:docMk/>
            <pc:sldMk cId="0" sldId="267"/>
            <ac:spMk id="17" creationId="{00000000-0000-0000-0000-000000000000}"/>
          </ac:spMkLst>
        </pc:spChg>
        <pc:spChg chg="del">
          <ac:chgData name="Ajay Kumar Sahu" userId="dd24f88422e0a5ca" providerId="LiveId" clId="{D4359742-125F-44D8-ADFF-EA47969DD1D9}" dt="2026-10-03T18:08:11.396" v="6643" actId="478"/>
          <ac:spMkLst>
            <pc:docMk/>
            <pc:sldMk cId="0" sldId="267"/>
            <ac:spMk id="18" creationId="{00000000-0000-0000-0000-000000000000}"/>
          </ac:spMkLst>
        </pc:spChg>
        <pc:spChg chg="del">
          <ac:chgData name="Ajay Kumar Sahu" userId="dd24f88422e0a5ca" providerId="LiveId" clId="{D4359742-125F-44D8-ADFF-EA47969DD1D9}" dt="2026-10-03T18:08:13.480" v="6644" actId="478"/>
          <ac:spMkLst>
            <pc:docMk/>
            <pc:sldMk cId="0" sldId="267"/>
            <ac:spMk id="19" creationId="{00000000-0000-0000-0000-000000000000}"/>
          </ac:spMkLst>
        </pc:spChg>
        <pc:spChg chg="del mod">
          <ac:chgData name="Ajay Kumar Sahu" userId="dd24f88422e0a5ca" providerId="LiveId" clId="{D4359742-125F-44D8-ADFF-EA47969DD1D9}" dt="2026-10-03T18:06:06.481" v="6612" actId="478"/>
          <ac:spMkLst>
            <pc:docMk/>
            <pc:sldMk cId="0" sldId="267"/>
            <ac:spMk id="20" creationId="{00000000-0000-0000-0000-000000000000}"/>
          </ac:spMkLst>
        </pc:spChg>
        <pc:spChg chg="del">
          <ac:chgData name="Ajay Kumar Sahu" userId="dd24f88422e0a5ca" providerId="LiveId" clId="{D4359742-125F-44D8-ADFF-EA47969DD1D9}" dt="2026-10-03T18:07:11.048" v="6630" actId="478"/>
          <ac:spMkLst>
            <pc:docMk/>
            <pc:sldMk cId="0" sldId="267"/>
            <ac:spMk id="21" creationId="{00000000-0000-0000-0000-000000000000}"/>
          </ac:spMkLst>
        </pc:spChg>
        <pc:spChg chg="del">
          <ac:chgData name="Ajay Kumar Sahu" userId="dd24f88422e0a5ca" providerId="LiveId" clId="{D4359742-125F-44D8-ADFF-EA47969DD1D9}" dt="2026-10-03T18:06:08.929" v="6613" actId="478"/>
          <ac:spMkLst>
            <pc:docMk/>
            <pc:sldMk cId="0" sldId="267"/>
            <ac:spMk id="22" creationId="{00000000-0000-0000-0000-000000000000}"/>
          </ac:spMkLst>
        </pc:spChg>
        <pc:spChg chg="del">
          <ac:chgData name="Ajay Kumar Sahu" userId="dd24f88422e0a5ca" providerId="LiveId" clId="{D4359742-125F-44D8-ADFF-EA47969DD1D9}" dt="2026-10-03T18:08:36.530" v="6653" actId="478"/>
          <ac:spMkLst>
            <pc:docMk/>
            <pc:sldMk cId="0" sldId="267"/>
            <ac:spMk id="23" creationId="{00000000-0000-0000-0000-000000000000}"/>
          </ac:spMkLst>
        </pc:spChg>
        <pc:spChg chg="del">
          <ac:chgData name="Ajay Kumar Sahu" userId="dd24f88422e0a5ca" providerId="LiveId" clId="{D4359742-125F-44D8-ADFF-EA47969DD1D9}" dt="2026-10-03T18:07:55.503" v="6642" actId="478"/>
          <ac:spMkLst>
            <pc:docMk/>
            <pc:sldMk cId="0" sldId="267"/>
            <ac:spMk id="24" creationId="{00000000-0000-0000-0000-000000000000}"/>
          </ac:spMkLst>
        </pc:spChg>
        <pc:spChg chg="del">
          <ac:chgData name="Ajay Kumar Sahu" userId="dd24f88422e0a5ca" providerId="LiveId" clId="{D4359742-125F-44D8-ADFF-EA47969DD1D9}" dt="2026-10-03T18:06:47.013" v="6622" actId="478"/>
          <ac:spMkLst>
            <pc:docMk/>
            <pc:sldMk cId="0" sldId="267"/>
            <ac:spMk id="25" creationId="{00000000-0000-0000-0000-000000000000}"/>
          </ac:spMkLst>
        </pc:spChg>
        <pc:spChg chg="del">
          <ac:chgData name="Ajay Kumar Sahu" userId="dd24f88422e0a5ca" providerId="LiveId" clId="{D4359742-125F-44D8-ADFF-EA47969DD1D9}" dt="2026-10-03T18:07:01.753" v="6628" actId="478"/>
          <ac:spMkLst>
            <pc:docMk/>
            <pc:sldMk cId="0" sldId="267"/>
            <ac:spMk id="26" creationId="{00000000-0000-0000-0000-000000000000}"/>
          </ac:spMkLst>
        </pc:spChg>
        <pc:spChg chg="del">
          <ac:chgData name="Ajay Kumar Sahu" userId="dd24f88422e0a5ca" providerId="LiveId" clId="{D4359742-125F-44D8-ADFF-EA47969DD1D9}" dt="2026-10-03T18:05:54.408" v="6609" actId="478"/>
          <ac:spMkLst>
            <pc:docMk/>
            <pc:sldMk cId="0" sldId="267"/>
            <ac:spMk id="27" creationId="{00000000-0000-0000-0000-000000000000}"/>
          </ac:spMkLst>
        </pc:spChg>
        <pc:spChg chg="del">
          <ac:chgData name="Ajay Kumar Sahu" userId="dd24f88422e0a5ca" providerId="LiveId" clId="{D4359742-125F-44D8-ADFF-EA47969DD1D9}" dt="2026-10-03T18:06:49.613" v="6623" actId="478"/>
          <ac:spMkLst>
            <pc:docMk/>
            <pc:sldMk cId="0" sldId="267"/>
            <ac:spMk id="28" creationId="{00000000-0000-0000-0000-000000000000}"/>
          </ac:spMkLst>
        </pc:spChg>
        <pc:spChg chg="del">
          <ac:chgData name="Ajay Kumar Sahu" userId="dd24f88422e0a5ca" providerId="LiveId" clId="{D4359742-125F-44D8-ADFF-EA47969DD1D9}" dt="2026-10-03T18:07:00.123" v="6627" actId="478"/>
          <ac:spMkLst>
            <pc:docMk/>
            <pc:sldMk cId="0" sldId="267"/>
            <ac:spMk id="29" creationId="{00000000-0000-0000-0000-000000000000}"/>
          </ac:spMkLst>
        </pc:spChg>
        <pc:spChg chg="del">
          <ac:chgData name="Ajay Kumar Sahu" userId="dd24f88422e0a5ca" providerId="LiveId" clId="{D4359742-125F-44D8-ADFF-EA47969DD1D9}" dt="2026-10-03T18:06:58.094" v="6626" actId="478"/>
          <ac:spMkLst>
            <pc:docMk/>
            <pc:sldMk cId="0" sldId="267"/>
            <ac:spMk id="30" creationId="{00000000-0000-0000-0000-000000000000}"/>
          </ac:spMkLst>
        </pc:spChg>
        <pc:spChg chg="add del">
          <ac:chgData name="Ajay Kumar Sahu" userId="dd24f88422e0a5ca" providerId="LiveId" clId="{D4359742-125F-44D8-ADFF-EA47969DD1D9}" dt="2026-10-03T18:08:45.186" v="6655" actId="478"/>
          <ac:spMkLst>
            <pc:docMk/>
            <pc:sldMk cId="0" sldId="267"/>
            <ac:spMk id="31" creationId="{00000000-0000-0000-0000-000000000000}"/>
          </ac:spMkLst>
        </pc:spChg>
        <pc:spChg chg="del">
          <ac:chgData name="Ajay Kumar Sahu" userId="dd24f88422e0a5ca" providerId="LiveId" clId="{D4359742-125F-44D8-ADFF-EA47969DD1D9}" dt="2026-10-03T18:07:51.586" v="6641" actId="478"/>
          <ac:spMkLst>
            <pc:docMk/>
            <pc:sldMk cId="0" sldId="267"/>
            <ac:spMk id="32" creationId="{00000000-0000-0000-0000-000000000000}"/>
          </ac:spMkLst>
        </pc:spChg>
        <pc:spChg chg="del">
          <ac:chgData name="Ajay Kumar Sahu" userId="dd24f88422e0a5ca" providerId="LiveId" clId="{D4359742-125F-44D8-ADFF-EA47969DD1D9}" dt="2026-10-03T18:08:33.503" v="6652" actId="478"/>
          <ac:spMkLst>
            <pc:docMk/>
            <pc:sldMk cId="0" sldId="267"/>
            <ac:spMk id="33" creationId="{00000000-0000-0000-0000-000000000000}"/>
          </ac:spMkLst>
        </pc:spChg>
        <pc:spChg chg="del">
          <ac:chgData name="Ajay Kumar Sahu" userId="dd24f88422e0a5ca" providerId="LiveId" clId="{D4359742-125F-44D8-ADFF-EA47969DD1D9}" dt="2026-10-03T18:06:19.913" v="6615" actId="478"/>
          <ac:spMkLst>
            <pc:docMk/>
            <pc:sldMk cId="0" sldId="267"/>
            <ac:spMk id="34" creationId="{00000000-0000-0000-0000-000000000000}"/>
          </ac:spMkLst>
        </pc:spChg>
        <pc:spChg chg="del">
          <ac:chgData name="Ajay Kumar Sahu" userId="dd24f88422e0a5ca" providerId="LiveId" clId="{D4359742-125F-44D8-ADFF-EA47969DD1D9}" dt="2026-10-03T18:07:24.677" v="6633" actId="478"/>
          <ac:spMkLst>
            <pc:docMk/>
            <pc:sldMk cId="0" sldId="267"/>
            <ac:spMk id="35" creationId="{00000000-0000-0000-0000-000000000000}"/>
          </ac:spMkLst>
        </pc:spChg>
        <pc:spChg chg="del">
          <ac:chgData name="Ajay Kumar Sahu" userId="dd24f88422e0a5ca" providerId="LiveId" clId="{D4359742-125F-44D8-ADFF-EA47969DD1D9}" dt="2026-10-03T18:07:43.607" v="6639" actId="478"/>
          <ac:spMkLst>
            <pc:docMk/>
            <pc:sldMk cId="0" sldId="267"/>
            <ac:spMk id="36" creationId="{00000000-0000-0000-0000-000000000000}"/>
          </ac:spMkLst>
        </pc:spChg>
        <pc:spChg chg="del">
          <ac:chgData name="Ajay Kumar Sahu" userId="dd24f88422e0a5ca" providerId="LiveId" clId="{D4359742-125F-44D8-ADFF-EA47969DD1D9}" dt="2026-10-03T18:07:45.668" v="6640" actId="478"/>
          <ac:spMkLst>
            <pc:docMk/>
            <pc:sldMk cId="0" sldId="267"/>
            <ac:spMk id="37" creationId="{00000000-0000-0000-0000-000000000000}"/>
          </ac:spMkLst>
        </pc:spChg>
        <pc:spChg chg="del">
          <ac:chgData name="Ajay Kumar Sahu" userId="dd24f88422e0a5ca" providerId="LiveId" clId="{D4359742-125F-44D8-ADFF-EA47969DD1D9}" dt="2026-10-03T18:07:27.785" v="6634" actId="478"/>
          <ac:spMkLst>
            <pc:docMk/>
            <pc:sldMk cId="0" sldId="267"/>
            <ac:spMk id="38" creationId="{00000000-0000-0000-0000-000000000000}"/>
          </ac:spMkLst>
        </pc:spChg>
        <pc:spChg chg="del">
          <ac:chgData name="Ajay Kumar Sahu" userId="dd24f88422e0a5ca" providerId="LiveId" clId="{D4359742-125F-44D8-ADFF-EA47969DD1D9}" dt="2026-10-03T18:08:23.239" v="6647" actId="478"/>
          <ac:spMkLst>
            <pc:docMk/>
            <pc:sldMk cId="0" sldId="267"/>
            <ac:spMk id="39" creationId="{00000000-0000-0000-0000-000000000000}"/>
          </ac:spMkLst>
        </pc:spChg>
        <pc:spChg chg="del">
          <ac:chgData name="Ajay Kumar Sahu" userId="dd24f88422e0a5ca" providerId="LiveId" clId="{D4359742-125F-44D8-ADFF-EA47969DD1D9}" dt="2026-10-03T18:06:27.414" v="6617" actId="478"/>
          <ac:spMkLst>
            <pc:docMk/>
            <pc:sldMk cId="0" sldId="267"/>
            <ac:spMk id="40" creationId="{00000000-0000-0000-0000-000000000000}"/>
          </ac:spMkLst>
        </pc:spChg>
        <pc:spChg chg="del">
          <ac:chgData name="Ajay Kumar Sahu" userId="dd24f88422e0a5ca" providerId="LiveId" clId="{D4359742-125F-44D8-ADFF-EA47969DD1D9}" dt="2026-10-03T18:08:55.854" v="6658" actId="478"/>
          <ac:spMkLst>
            <pc:docMk/>
            <pc:sldMk cId="0" sldId="267"/>
            <ac:spMk id="41" creationId="{00000000-0000-0000-0000-000000000000}"/>
          </ac:spMkLst>
        </pc:spChg>
        <pc:spChg chg="del">
          <ac:chgData name="Ajay Kumar Sahu" userId="dd24f88422e0a5ca" providerId="LiveId" clId="{D4359742-125F-44D8-ADFF-EA47969DD1D9}" dt="2026-10-03T18:06:30.407" v="6618" actId="478"/>
          <ac:spMkLst>
            <pc:docMk/>
            <pc:sldMk cId="0" sldId="267"/>
            <ac:spMk id="42" creationId="{00000000-0000-0000-0000-000000000000}"/>
          </ac:spMkLst>
        </pc:spChg>
        <pc:spChg chg="del">
          <ac:chgData name="Ajay Kumar Sahu" userId="dd24f88422e0a5ca" providerId="LiveId" clId="{D4359742-125F-44D8-ADFF-EA47969DD1D9}" dt="2026-10-03T18:06:32.286" v="6619" actId="478"/>
          <ac:spMkLst>
            <pc:docMk/>
            <pc:sldMk cId="0" sldId="267"/>
            <ac:spMk id="43" creationId="{00000000-0000-0000-0000-000000000000}"/>
          </ac:spMkLst>
        </pc:spChg>
        <pc:spChg chg="del">
          <ac:chgData name="Ajay Kumar Sahu" userId="dd24f88422e0a5ca" providerId="LiveId" clId="{D4359742-125F-44D8-ADFF-EA47969DD1D9}" dt="2026-10-03T18:08:19.158" v="6646" actId="478"/>
          <ac:spMkLst>
            <pc:docMk/>
            <pc:sldMk cId="0" sldId="267"/>
            <ac:spMk id="44" creationId="{00000000-0000-0000-0000-000000000000}"/>
          </ac:spMkLst>
        </pc:spChg>
        <pc:spChg chg="del">
          <ac:chgData name="Ajay Kumar Sahu" userId="dd24f88422e0a5ca" providerId="LiveId" clId="{D4359742-125F-44D8-ADFF-EA47969DD1D9}" dt="2026-10-03T18:07:15.441" v="6631" actId="478"/>
          <ac:spMkLst>
            <pc:docMk/>
            <pc:sldMk cId="0" sldId="267"/>
            <ac:spMk id="45" creationId="{00000000-0000-0000-0000-000000000000}"/>
          </ac:spMkLst>
        </pc:spChg>
        <pc:spChg chg="del">
          <ac:chgData name="Ajay Kumar Sahu" userId="dd24f88422e0a5ca" providerId="LiveId" clId="{D4359742-125F-44D8-ADFF-EA47969DD1D9}" dt="2026-10-03T18:06:35.632" v="6620" actId="478"/>
          <ac:spMkLst>
            <pc:docMk/>
            <pc:sldMk cId="0" sldId="267"/>
            <ac:spMk id="46" creationId="{00000000-0000-0000-0000-000000000000}"/>
          </ac:spMkLst>
        </pc:spChg>
        <pc:spChg chg="mod">
          <ac:chgData name="Ajay Kumar Sahu" userId="dd24f88422e0a5ca" providerId="LiveId" clId="{D4359742-125F-44D8-ADFF-EA47969DD1D9}" dt="2026-10-03T18:27:27.084" v="6821" actId="1076"/>
          <ac:spMkLst>
            <pc:docMk/>
            <pc:sldMk cId="0" sldId="267"/>
            <ac:spMk id="47" creationId="{00000000-0000-0000-0000-000000000000}"/>
          </ac:spMkLst>
        </pc:spChg>
        <pc:spChg chg="add mod">
          <ac:chgData name="Ajay Kumar Sahu" userId="dd24f88422e0a5ca" providerId="LiveId" clId="{D4359742-125F-44D8-ADFF-EA47969DD1D9}" dt="2026-10-03T18:25:55.588" v="6807" actId="207"/>
          <ac:spMkLst>
            <pc:docMk/>
            <pc:sldMk cId="0" sldId="267"/>
            <ac:spMk id="48" creationId="{6AA24339-16C7-516C-62F5-CE92B78FBA80}"/>
          </ac:spMkLst>
        </pc:spChg>
        <pc:spChg chg="add mod">
          <ac:chgData name="Ajay Kumar Sahu" userId="dd24f88422e0a5ca" providerId="LiveId" clId="{D4359742-125F-44D8-ADFF-EA47969DD1D9}" dt="2026-10-03T18:25:59.180" v="6808" actId="207"/>
          <ac:spMkLst>
            <pc:docMk/>
            <pc:sldMk cId="0" sldId="267"/>
            <ac:spMk id="50" creationId="{C96E755A-E2A4-FE29-4C47-9F7341BC41DA}"/>
          </ac:spMkLst>
        </pc:spChg>
        <pc:spChg chg="add mod">
          <ac:chgData name="Ajay Kumar Sahu" userId="dd24f88422e0a5ca" providerId="LiveId" clId="{D4359742-125F-44D8-ADFF-EA47969DD1D9}" dt="2026-10-03T18:28:01.221" v="6827" actId="207"/>
          <ac:spMkLst>
            <pc:docMk/>
            <pc:sldMk cId="0" sldId="267"/>
            <ac:spMk id="51" creationId="{720DDD0C-A9CA-3CAF-9DCF-18D364C36AA0}"/>
          </ac:spMkLst>
        </pc:spChg>
        <pc:picChg chg="add">
          <ac:chgData name="Ajay Kumar Sahu" userId="dd24f88422e0a5ca" providerId="LiveId" clId="{D4359742-125F-44D8-ADFF-EA47969DD1D9}" dt="2026-10-03T18:28:21.218" v="6830" actId="22"/>
          <ac:picMkLst>
            <pc:docMk/>
            <pc:sldMk cId="0" sldId="267"/>
            <ac:picMk id="53" creationId="{6FBC3E1C-C7F4-F744-E4C5-F5B62450B6C7}"/>
          </ac:picMkLst>
        </pc:picChg>
      </pc:sldChg>
      <pc:sldChg chg="addSp modSp add mod ord">
        <pc:chgData name="Ajay Kumar Sahu" userId="dd24f88422e0a5ca" providerId="LiveId" clId="{D4359742-125F-44D8-ADFF-EA47969DD1D9}" dt="2026-10-01T20:22:38.283" v="4541" actId="14100"/>
        <pc:sldMkLst>
          <pc:docMk/>
          <pc:sldMk cId="0" sldId="268"/>
        </pc:sldMkLst>
        <pc:spChg chg="mod">
          <ac:chgData name="Ajay Kumar Sahu" userId="dd24f88422e0a5ca" providerId="LiveId" clId="{D4359742-125F-44D8-ADFF-EA47969DD1D9}" dt="2026-10-01T09:55:18.508" v="1720" actId="20577"/>
          <ac:spMkLst>
            <pc:docMk/>
            <pc:sldMk cId="0" sldId="268"/>
            <ac:spMk id="3" creationId="{00000000-0000-0000-0000-000000000000}"/>
          </ac:spMkLst>
        </pc:spChg>
        <pc:spChg chg="mod">
          <ac:chgData name="Ajay Kumar Sahu" userId="dd24f88422e0a5ca" providerId="LiveId" clId="{D4359742-125F-44D8-ADFF-EA47969DD1D9}" dt="2026-10-01T20:22:27.677" v="4540" actId="20577"/>
          <ac:spMkLst>
            <pc:docMk/>
            <pc:sldMk cId="0" sldId="268"/>
            <ac:spMk id="8" creationId="{00000000-0000-0000-0000-000000000000}"/>
          </ac:spMkLst>
        </pc:spChg>
        <pc:spChg chg="mod">
          <ac:chgData name="Ajay Kumar Sahu" userId="dd24f88422e0a5ca" providerId="LiveId" clId="{D4359742-125F-44D8-ADFF-EA47969DD1D9}" dt="2026-10-01T10:00:10.026" v="2365" actId="20577"/>
          <ac:spMkLst>
            <pc:docMk/>
            <pc:sldMk cId="0" sldId="268"/>
            <ac:spMk id="9" creationId="{00000000-0000-0000-0000-000000000000}"/>
          </ac:spMkLst>
        </pc:spChg>
        <pc:spChg chg="add mod">
          <ac:chgData name="Ajay Kumar Sahu" userId="dd24f88422e0a5ca" providerId="LiveId" clId="{D4359742-125F-44D8-ADFF-EA47969DD1D9}" dt="2026-10-01T10:01:10.543" v="2373" actId="207"/>
          <ac:spMkLst>
            <pc:docMk/>
            <pc:sldMk cId="0" sldId="268"/>
            <ac:spMk id="10" creationId="{AC359DC6-7BBA-05FD-93DA-15E7AA032BF6}"/>
          </ac:spMkLst>
        </pc:spChg>
        <pc:grpChg chg="mod">
          <ac:chgData name="Ajay Kumar Sahu" userId="dd24f88422e0a5ca" providerId="LiveId" clId="{D4359742-125F-44D8-ADFF-EA47969DD1D9}" dt="2026-10-01T20:22:38.283" v="4541" actId="14100"/>
          <ac:grpSpMkLst>
            <pc:docMk/>
            <pc:sldMk cId="0" sldId="268"/>
            <ac:grpSpMk id="6" creationId="{00000000-0000-0000-0000-000000000000}"/>
          </ac:grpSpMkLst>
        </pc:grpChg>
        <pc:picChg chg="add">
          <ac:chgData name="Ajay Kumar Sahu" userId="dd24f88422e0a5ca" providerId="LiveId" clId="{D4359742-125F-44D8-ADFF-EA47969DD1D9}" dt="2026-10-01T10:01:40.327" v="2374" actId="22"/>
          <ac:picMkLst>
            <pc:docMk/>
            <pc:sldMk cId="0" sldId="268"/>
            <ac:picMk id="12" creationId="{8462E531-6219-80EE-6616-B5AF2DC2CBE9}"/>
          </ac:picMkLst>
        </pc:picChg>
      </pc:sldChg>
      <pc:sldChg chg="delSp modSp add mod">
        <pc:chgData name="Ajay Kumar Sahu" userId="dd24f88422e0a5ca" providerId="LiveId" clId="{D4359742-125F-44D8-ADFF-EA47969DD1D9}" dt="2026-10-01T10:43:43.801" v="2827" actId="1076"/>
        <pc:sldMkLst>
          <pc:docMk/>
          <pc:sldMk cId="3197230359" sldId="269"/>
        </pc:sldMkLst>
        <pc:spChg chg="mod">
          <ac:chgData name="Ajay Kumar Sahu" userId="dd24f88422e0a5ca" providerId="LiveId" clId="{D4359742-125F-44D8-ADFF-EA47969DD1D9}" dt="2026-10-01T10:43:07.615" v="2822" actId="1076"/>
          <ac:spMkLst>
            <pc:docMk/>
            <pc:sldMk cId="3197230359" sldId="269"/>
            <ac:spMk id="2" creationId="{6074F6BA-744B-1909-BC6A-665261330004}"/>
          </ac:spMkLst>
        </pc:spChg>
        <pc:spChg chg="mod">
          <ac:chgData name="Ajay Kumar Sahu" userId="dd24f88422e0a5ca" providerId="LiveId" clId="{D4359742-125F-44D8-ADFF-EA47969DD1D9}" dt="2026-10-01T10:39:32.541" v="2666" actId="20577"/>
          <ac:spMkLst>
            <pc:docMk/>
            <pc:sldMk cId="3197230359" sldId="269"/>
            <ac:spMk id="5" creationId="{88DFA549-57AB-2348-C6BC-80A2B2B79AD7}"/>
          </ac:spMkLst>
        </pc:spChg>
        <pc:spChg chg="mod">
          <ac:chgData name="Ajay Kumar Sahu" userId="dd24f88422e0a5ca" providerId="LiveId" clId="{D4359742-125F-44D8-ADFF-EA47969DD1D9}" dt="2026-10-01T10:41:06.356" v="2765" actId="20577"/>
          <ac:spMkLst>
            <pc:docMk/>
            <pc:sldMk cId="3197230359" sldId="269"/>
            <ac:spMk id="8" creationId="{6868E2F8-1860-2868-2672-A335F614CB07}"/>
          </ac:spMkLst>
        </pc:spChg>
        <pc:spChg chg="mod">
          <ac:chgData name="Ajay Kumar Sahu" userId="dd24f88422e0a5ca" providerId="LiveId" clId="{D4359742-125F-44D8-ADFF-EA47969DD1D9}" dt="2026-10-01T10:41:17.943" v="2767" actId="20577"/>
          <ac:spMkLst>
            <pc:docMk/>
            <pc:sldMk cId="3197230359" sldId="269"/>
            <ac:spMk id="11" creationId="{02B151DA-0BAF-DB27-1E04-C2C84F96B3C9}"/>
          </ac:spMkLst>
        </pc:spChg>
        <pc:spChg chg="mod">
          <ac:chgData name="Ajay Kumar Sahu" userId="dd24f88422e0a5ca" providerId="LiveId" clId="{D4359742-125F-44D8-ADFF-EA47969DD1D9}" dt="2026-10-01T10:40:10.354" v="2697" actId="20577"/>
          <ac:spMkLst>
            <pc:docMk/>
            <pc:sldMk cId="3197230359" sldId="269"/>
            <ac:spMk id="17" creationId="{311914C5-C4DD-A714-9D81-35FEE458F148}"/>
          </ac:spMkLst>
        </pc:spChg>
        <pc:spChg chg="mod">
          <ac:chgData name="Ajay Kumar Sahu" userId="dd24f88422e0a5ca" providerId="LiveId" clId="{D4359742-125F-44D8-ADFF-EA47969DD1D9}" dt="2026-10-01T10:40:51.850" v="2763" actId="20577"/>
          <ac:spMkLst>
            <pc:docMk/>
            <pc:sldMk cId="3197230359" sldId="269"/>
            <ac:spMk id="18" creationId="{33ECE593-51CF-32D8-5773-E3B951ACFF82}"/>
          </ac:spMkLst>
        </pc:spChg>
        <pc:spChg chg="mod">
          <ac:chgData name="Ajay Kumar Sahu" userId="dd24f88422e0a5ca" providerId="LiveId" clId="{D4359742-125F-44D8-ADFF-EA47969DD1D9}" dt="2026-10-01T10:41:45.124" v="2806" actId="20577"/>
          <ac:spMkLst>
            <pc:docMk/>
            <pc:sldMk cId="3197230359" sldId="269"/>
            <ac:spMk id="19" creationId="{B28EBC6E-0BD2-573C-13D0-5FF7F5B7C60F}"/>
          </ac:spMkLst>
        </pc:spChg>
        <pc:spChg chg="mod">
          <ac:chgData name="Ajay Kumar Sahu" userId="dd24f88422e0a5ca" providerId="LiveId" clId="{D4359742-125F-44D8-ADFF-EA47969DD1D9}" dt="2026-10-01T10:43:43.801" v="2827" actId="1076"/>
          <ac:spMkLst>
            <pc:docMk/>
            <pc:sldMk cId="3197230359" sldId="269"/>
            <ac:spMk id="20" creationId="{7F096CB4-C8DA-0712-DDC5-9045AFC2F290}"/>
          </ac:spMkLst>
        </pc:spChg>
        <pc:spChg chg="mod">
          <ac:chgData name="Ajay Kumar Sahu" userId="dd24f88422e0a5ca" providerId="LiveId" clId="{D4359742-125F-44D8-ADFF-EA47969DD1D9}" dt="2026-10-01T10:39:58.225" v="2682" actId="1076"/>
          <ac:spMkLst>
            <pc:docMk/>
            <pc:sldMk cId="3197230359" sldId="269"/>
            <ac:spMk id="23" creationId="{9DC73A4F-4B6D-F502-2CD8-385AF31C4706}"/>
          </ac:spMkLst>
        </pc:spChg>
        <pc:spChg chg="mod">
          <ac:chgData name="Ajay Kumar Sahu" userId="dd24f88422e0a5ca" providerId="LiveId" clId="{D4359742-125F-44D8-ADFF-EA47969DD1D9}" dt="2026-10-01T10:40:35.787" v="2720" actId="1076"/>
          <ac:spMkLst>
            <pc:docMk/>
            <pc:sldMk cId="3197230359" sldId="269"/>
            <ac:spMk id="25" creationId="{FFDA8632-4560-50D9-BA01-C82E1643AB0A}"/>
          </ac:spMkLst>
        </pc:spChg>
      </pc:sldChg>
      <pc:sldChg chg="addSp delSp modSp add mod ord">
        <pc:chgData name="Ajay Kumar Sahu" userId="dd24f88422e0a5ca" providerId="LiveId" clId="{D4359742-125F-44D8-ADFF-EA47969DD1D9}" dt="2026-10-01T10:53:31.297" v="2904" actId="255"/>
        <pc:sldMkLst>
          <pc:docMk/>
          <pc:sldMk cId="3421146551" sldId="270"/>
        </pc:sldMkLst>
        <pc:spChg chg="add del mod">
          <ac:chgData name="Ajay Kumar Sahu" userId="dd24f88422e0a5ca" providerId="LiveId" clId="{D4359742-125F-44D8-ADFF-EA47969DD1D9}" dt="2026-10-01T10:46:12.992" v="2855"/>
          <ac:spMkLst>
            <pc:docMk/>
            <pc:sldMk cId="3421146551" sldId="270"/>
            <ac:spMk id="2" creationId="{773210EA-61AE-5FE9-CCA9-1FCF1ABCEB94}"/>
          </ac:spMkLst>
        </pc:spChg>
        <pc:spChg chg="mod">
          <ac:chgData name="Ajay Kumar Sahu" userId="dd24f88422e0a5ca" providerId="LiveId" clId="{D4359742-125F-44D8-ADFF-EA47969DD1D9}" dt="2026-10-01T10:53:31.297" v="2904" actId="255"/>
          <ac:spMkLst>
            <pc:docMk/>
            <pc:sldMk cId="3421146551" sldId="270"/>
            <ac:spMk id="3" creationId="{717DE609-F03D-B560-595D-7D2C3790854E}"/>
          </ac:spMkLst>
        </pc:spChg>
        <pc:picChg chg="add mod">
          <ac:chgData name="Ajay Kumar Sahu" userId="dd24f88422e0a5ca" providerId="LiveId" clId="{D4359742-125F-44D8-ADFF-EA47969DD1D9}" dt="2026-10-01T10:51:29.299" v="2879" actId="14100"/>
          <ac:picMkLst>
            <pc:docMk/>
            <pc:sldMk cId="3421146551" sldId="270"/>
            <ac:picMk id="34" creationId="{6263CBEB-DFAA-E4AF-BA93-7C6503907A66}"/>
          </ac:picMkLst>
        </pc:picChg>
        <pc:picChg chg="add">
          <ac:chgData name="Ajay Kumar Sahu" userId="dd24f88422e0a5ca" providerId="LiveId" clId="{D4359742-125F-44D8-ADFF-EA47969DD1D9}" dt="2026-10-01T10:52:56.912" v="2903" actId="22"/>
          <ac:picMkLst>
            <pc:docMk/>
            <pc:sldMk cId="3421146551" sldId="270"/>
            <ac:picMk id="36" creationId="{471EF41F-2410-FD64-9EEB-1FF7E0F5DD87}"/>
          </ac:picMkLst>
        </pc:picChg>
      </pc:sldChg>
      <pc:sldChg chg="addSp delSp modSp add mod">
        <pc:chgData name="Ajay Kumar Sahu" userId="dd24f88422e0a5ca" providerId="LiveId" clId="{D4359742-125F-44D8-ADFF-EA47969DD1D9}" dt="2026-10-01T10:58:51.911" v="2938" actId="14100"/>
        <pc:sldMkLst>
          <pc:docMk/>
          <pc:sldMk cId="806316158" sldId="271"/>
        </pc:sldMkLst>
        <pc:spChg chg="mod">
          <ac:chgData name="Ajay Kumar Sahu" userId="dd24f88422e0a5ca" providerId="LiveId" clId="{D4359742-125F-44D8-ADFF-EA47969DD1D9}" dt="2026-10-01T10:58:01.361" v="2927" actId="20577"/>
          <ac:spMkLst>
            <pc:docMk/>
            <pc:sldMk cId="806316158" sldId="271"/>
            <ac:spMk id="3" creationId="{28845875-BE59-33D3-2768-690C1090E79B}"/>
          </ac:spMkLst>
        </pc:spChg>
        <pc:picChg chg="add mod">
          <ac:chgData name="Ajay Kumar Sahu" userId="dd24f88422e0a5ca" providerId="LiveId" clId="{D4359742-125F-44D8-ADFF-EA47969DD1D9}" dt="2026-10-01T10:58:51.911" v="2938" actId="14100"/>
          <ac:picMkLst>
            <pc:docMk/>
            <pc:sldMk cId="806316158" sldId="271"/>
            <ac:picMk id="5" creationId="{4F0594C8-982B-DDF1-B6F7-915FCD1E2684}"/>
          </ac:picMkLst>
        </pc:picChg>
      </pc:sldChg>
      <pc:sldChg chg="addSp delSp modSp add mod">
        <pc:chgData name="Ajay Kumar Sahu" userId="dd24f88422e0a5ca" providerId="LiveId" clId="{D4359742-125F-44D8-ADFF-EA47969DD1D9}" dt="2026-10-01T11:07:16.272" v="2982" actId="14100"/>
        <pc:sldMkLst>
          <pc:docMk/>
          <pc:sldMk cId="2034295188" sldId="272"/>
        </pc:sldMkLst>
        <pc:spChg chg="mod">
          <ac:chgData name="Ajay Kumar Sahu" userId="dd24f88422e0a5ca" providerId="LiveId" clId="{D4359742-125F-44D8-ADFF-EA47969DD1D9}" dt="2026-10-01T11:06:39.838" v="2974" actId="20577"/>
          <ac:spMkLst>
            <pc:docMk/>
            <pc:sldMk cId="2034295188" sldId="272"/>
            <ac:spMk id="3" creationId="{C3C2222C-6861-16BC-D6A8-F8A92B602B1A}"/>
          </ac:spMkLst>
        </pc:spChg>
        <pc:picChg chg="add mod">
          <ac:chgData name="Ajay Kumar Sahu" userId="dd24f88422e0a5ca" providerId="LiveId" clId="{D4359742-125F-44D8-ADFF-EA47969DD1D9}" dt="2026-10-01T11:07:16.272" v="2982" actId="14100"/>
          <ac:picMkLst>
            <pc:docMk/>
            <pc:sldMk cId="2034295188" sldId="272"/>
            <ac:picMk id="6" creationId="{4A27EEC5-291D-FDB7-ED44-42491FE4CC77}"/>
          </ac:picMkLst>
        </pc:picChg>
      </pc:sldChg>
      <pc:sldChg chg="addSp delSp modSp add mod ord">
        <pc:chgData name="Ajay Kumar Sahu" userId="dd24f88422e0a5ca" providerId="LiveId" clId="{D4359742-125F-44D8-ADFF-EA47969DD1D9}" dt="2026-10-01T11:15:42.577" v="3259" actId="2711"/>
        <pc:sldMkLst>
          <pc:docMk/>
          <pc:sldMk cId="1634120833" sldId="273"/>
        </pc:sldMkLst>
        <pc:spChg chg="mod">
          <ac:chgData name="Ajay Kumar Sahu" userId="dd24f88422e0a5ca" providerId="LiveId" clId="{D4359742-125F-44D8-ADFF-EA47969DD1D9}" dt="2026-10-01T11:15:38.704" v="3258" actId="2711"/>
          <ac:spMkLst>
            <pc:docMk/>
            <pc:sldMk cId="1634120833" sldId="273"/>
            <ac:spMk id="6" creationId="{3659C0C9-C7EC-1F08-343C-3DD06C974BFB}"/>
          </ac:spMkLst>
        </pc:spChg>
        <pc:spChg chg="mod">
          <ac:chgData name="Ajay Kumar Sahu" userId="dd24f88422e0a5ca" providerId="LiveId" clId="{D4359742-125F-44D8-ADFF-EA47969DD1D9}" dt="2026-10-01T11:13:52.028" v="3239" actId="20577"/>
          <ac:spMkLst>
            <pc:docMk/>
            <pc:sldMk cId="1634120833" sldId="273"/>
            <ac:spMk id="13" creationId="{1A65D718-B176-24D8-B090-86225F86C716}"/>
          </ac:spMkLst>
        </pc:spChg>
        <pc:spChg chg="mod">
          <ac:chgData name="Ajay Kumar Sahu" userId="dd24f88422e0a5ca" providerId="LiveId" clId="{D4359742-125F-44D8-ADFF-EA47969DD1D9}" dt="2026-10-01T11:15:42.577" v="3259" actId="2711"/>
          <ac:spMkLst>
            <pc:docMk/>
            <pc:sldMk cId="1634120833" sldId="273"/>
            <ac:spMk id="14" creationId="{70564562-8BA0-1914-98EC-5C928FEE0623}"/>
          </ac:spMkLst>
        </pc:spChg>
        <pc:picChg chg="add">
          <ac:chgData name="Ajay Kumar Sahu" userId="dd24f88422e0a5ca" providerId="LiveId" clId="{D4359742-125F-44D8-ADFF-EA47969DD1D9}" dt="2026-10-01T11:13:34.763" v="3210" actId="22"/>
          <ac:picMkLst>
            <pc:docMk/>
            <pc:sldMk cId="1634120833" sldId="273"/>
            <ac:picMk id="16" creationId="{E71837C6-6E53-5671-7299-BF41ED9B61A8}"/>
          </ac:picMkLst>
        </pc:picChg>
      </pc:sldChg>
      <pc:sldChg chg="addSp delSp modSp add mod">
        <pc:chgData name="Ajay Kumar Sahu" userId="dd24f88422e0a5ca" providerId="LiveId" clId="{D4359742-125F-44D8-ADFF-EA47969DD1D9}" dt="2026-10-01T18:20:16.736" v="4136" actId="2711"/>
        <pc:sldMkLst>
          <pc:docMk/>
          <pc:sldMk cId="2898909859" sldId="274"/>
        </pc:sldMkLst>
        <pc:spChg chg="mod">
          <ac:chgData name="Ajay Kumar Sahu" userId="dd24f88422e0a5ca" providerId="LiveId" clId="{D4359742-125F-44D8-ADFF-EA47969DD1D9}" dt="2026-10-01T12:12:15.821" v="3875" actId="20577"/>
          <ac:spMkLst>
            <pc:docMk/>
            <pc:sldMk cId="2898909859" sldId="274"/>
            <ac:spMk id="5" creationId="{F2A253C7-9017-2CBD-355C-7A6172B0E515}"/>
          </ac:spMkLst>
        </pc:spChg>
        <pc:spChg chg="mod">
          <ac:chgData name="Ajay Kumar Sahu" userId="dd24f88422e0a5ca" providerId="LiveId" clId="{D4359742-125F-44D8-ADFF-EA47969DD1D9}" dt="2026-10-01T12:13:26.893" v="3951" actId="20577"/>
          <ac:spMkLst>
            <pc:docMk/>
            <pc:sldMk cId="2898909859" sldId="274"/>
            <ac:spMk id="8" creationId="{2B531500-C2C2-CB4C-1636-18ECCD0E2DFE}"/>
          </ac:spMkLst>
        </pc:spChg>
        <pc:spChg chg="mod">
          <ac:chgData name="Ajay Kumar Sahu" userId="dd24f88422e0a5ca" providerId="LiveId" clId="{D4359742-125F-44D8-ADFF-EA47969DD1D9}" dt="2026-10-01T12:33:06.478" v="4037" actId="20577"/>
          <ac:spMkLst>
            <pc:docMk/>
            <pc:sldMk cId="2898909859" sldId="274"/>
            <ac:spMk id="11" creationId="{205326AE-8A5C-CF88-5AD1-FE284ABFFF95}"/>
          </ac:spMkLst>
        </pc:spChg>
        <pc:spChg chg="mod">
          <ac:chgData name="Ajay Kumar Sahu" userId="dd24f88422e0a5ca" providerId="LiveId" clId="{D4359742-125F-44D8-ADFF-EA47969DD1D9}" dt="2026-10-01T12:13:19.484" v="3949" actId="20577"/>
          <ac:spMkLst>
            <pc:docMk/>
            <pc:sldMk cId="2898909859" sldId="274"/>
            <ac:spMk id="13" creationId="{8F48D0EC-F58D-9E92-E971-71249740E026}"/>
          </ac:spMkLst>
        </pc:spChg>
        <pc:spChg chg="mod">
          <ac:chgData name="Ajay Kumar Sahu" userId="dd24f88422e0a5ca" providerId="LiveId" clId="{D4359742-125F-44D8-ADFF-EA47969DD1D9}" dt="2026-10-01T12:32:56.744" v="4035" actId="20577"/>
          <ac:spMkLst>
            <pc:docMk/>
            <pc:sldMk cId="2898909859" sldId="274"/>
            <ac:spMk id="14" creationId="{F97246AD-BE62-96EB-A1BB-E373F07D1477}"/>
          </ac:spMkLst>
        </pc:spChg>
        <pc:spChg chg="mod">
          <ac:chgData name="Ajay Kumar Sahu" userId="dd24f88422e0a5ca" providerId="LiveId" clId="{D4359742-125F-44D8-ADFF-EA47969DD1D9}" dt="2026-10-01T12:33:45.987" v="4087" actId="20577"/>
          <ac:spMkLst>
            <pc:docMk/>
            <pc:sldMk cId="2898909859" sldId="274"/>
            <ac:spMk id="15" creationId="{6A1A8429-F4C3-F307-BDD4-7C292CC12305}"/>
          </ac:spMkLst>
        </pc:spChg>
        <pc:spChg chg="mod">
          <ac:chgData name="Ajay Kumar Sahu" userId="dd24f88422e0a5ca" providerId="LiveId" clId="{D4359742-125F-44D8-ADFF-EA47969DD1D9}" dt="2026-10-01T18:20:16.736" v="4136" actId="2711"/>
          <ac:spMkLst>
            <pc:docMk/>
            <pc:sldMk cId="2898909859" sldId="274"/>
            <ac:spMk id="22" creationId="{34B5D2DC-6A61-4CC9-F955-4568A405E096}"/>
          </ac:spMkLst>
        </pc:spChg>
        <pc:picChg chg="add">
          <ac:chgData name="Ajay Kumar Sahu" userId="dd24f88422e0a5ca" providerId="LiveId" clId="{D4359742-125F-44D8-ADFF-EA47969DD1D9}" dt="2026-10-01T12:12:01.863" v="3873" actId="22"/>
          <ac:picMkLst>
            <pc:docMk/>
            <pc:sldMk cId="2898909859" sldId="274"/>
            <ac:picMk id="23" creationId="{7D43A5F3-7B53-E47F-2216-1C5787C93712}"/>
          </ac:picMkLst>
        </pc:picChg>
      </pc:sldChg>
      <pc:sldChg chg="addSp delSp modSp add mod">
        <pc:chgData name="Ajay Kumar Sahu" userId="dd24f88422e0a5ca" providerId="LiveId" clId="{D4359742-125F-44D8-ADFF-EA47969DD1D9}" dt="2026-10-03T11:19:35.025" v="4984" actId="14100"/>
        <pc:sldMkLst>
          <pc:docMk/>
          <pc:sldMk cId="1496536827" sldId="275"/>
        </pc:sldMkLst>
        <pc:spChg chg="mod">
          <ac:chgData name="Ajay Kumar Sahu" userId="dd24f88422e0a5ca" providerId="LiveId" clId="{D4359742-125F-44D8-ADFF-EA47969DD1D9}" dt="2026-10-03T11:06:01.269" v="4954" actId="20577"/>
          <ac:spMkLst>
            <pc:docMk/>
            <pc:sldMk cId="1496536827" sldId="275"/>
            <ac:spMk id="6" creationId="{363236D4-257F-688D-04DF-207E5CF58A24}"/>
          </ac:spMkLst>
        </pc:spChg>
        <pc:spChg chg="del">
          <ac:chgData name="Ajay Kumar Sahu" userId="dd24f88422e0a5ca" providerId="LiveId" clId="{D4359742-125F-44D8-ADFF-EA47969DD1D9}" dt="2026-10-03T11:15:40.276" v="4963" actId="478"/>
          <ac:spMkLst>
            <pc:docMk/>
            <pc:sldMk cId="1496536827" sldId="275"/>
            <ac:spMk id="12" creationId="{D2FEA9F6-658B-CCC5-3251-2DB9F1CCDE2E}"/>
          </ac:spMkLst>
        </pc:spChg>
        <pc:spChg chg="mod">
          <ac:chgData name="Ajay Kumar Sahu" userId="dd24f88422e0a5ca" providerId="LiveId" clId="{D4359742-125F-44D8-ADFF-EA47969DD1D9}" dt="2026-10-03T11:00:55.341" v="4742" actId="1076"/>
          <ac:spMkLst>
            <pc:docMk/>
            <pc:sldMk cId="1496536827" sldId="275"/>
            <ac:spMk id="13" creationId="{B06DC4E1-21B0-F801-0D8E-2091F17E9449}"/>
          </ac:spMkLst>
        </pc:spChg>
        <pc:spChg chg="del">
          <ac:chgData name="Ajay Kumar Sahu" userId="dd24f88422e0a5ca" providerId="LiveId" clId="{D4359742-125F-44D8-ADFF-EA47969DD1D9}" dt="2026-10-03T11:15:45.639" v="4964" actId="478"/>
          <ac:spMkLst>
            <pc:docMk/>
            <pc:sldMk cId="1496536827" sldId="275"/>
            <ac:spMk id="14" creationId="{BE0B4397-8404-8D27-7716-1E0F5AF125C4}"/>
          </ac:spMkLst>
        </pc:spChg>
        <pc:grpChg chg="del">
          <ac:chgData name="Ajay Kumar Sahu" userId="dd24f88422e0a5ca" providerId="LiveId" clId="{D4359742-125F-44D8-ADFF-EA47969DD1D9}" dt="2026-10-03T11:00:23.093" v="4721" actId="478"/>
          <ac:grpSpMkLst>
            <pc:docMk/>
            <pc:sldMk cId="1496536827" sldId="275"/>
            <ac:grpSpMk id="3" creationId="{D7103276-4CF6-1CBB-09B5-B0A5F9F9F95A}"/>
          </ac:grpSpMkLst>
        </pc:grpChg>
        <pc:grpChg chg="del">
          <ac:chgData name="Ajay Kumar Sahu" userId="dd24f88422e0a5ca" providerId="LiveId" clId="{D4359742-125F-44D8-ADFF-EA47969DD1D9}" dt="2026-10-03T11:15:58.539" v="4967" actId="478"/>
          <ac:grpSpMkLst>
            <pc:docMk/>
            <pc:sldMk cId="1496536827" sldId="275"/>
            <ac:grpSpMk id="7" creationId="{AFBDBC54-C227-8E20-24E0-80BD23022419}"/>
          </ac:grpSpMkLst>
        </pc:grpChg>
        <pc:grpChg chg="del mod">
          <ac:chgData name="Ajay Kumar Sahu" userId="dd24f88422e0a5ca" providerId="LiveId" clId="{D4359742-125F-44D8-ADFF-EA47969DD1D9}" dt="2026-10-03T11:15:38.609" v="4962" actId="478"/>
          <ac:grpSpMkLst>
            <pc:docMk/>
            <pc:sldMk cId="1496536827" sldId="275"/>
            <ac:grpSpMk id="9" creationId="{57190C46-8B5B-2D8E-B229-D1477501170F}"/>
          </ac:grpSpMkLst>
        </pc:grpChg>
        <pc:picChg chg="add">
          <ac:chgData name="Ajay Kumar Sahu" userId="dd24f88422e0a5ca" providerId="LiveId" clId="{D4359742-125F-44D8-ADFF-EA47969DD1D9}" dt="2026-10-03T11:00:49.010" v="4741" actId="22"/>
          <ac:picMkLst>
            <pc:docMk/>
            <pc:sldMk cId="1496536827" sldId="275"/>
            <ac:picMk id="16" creationId="{82435CEE-040C-FFDD-598E-F98068494E12}"/>
          </ac:picMkLst>
        </pc:picChg>
        <pc:picChg chg="add mod">
          <ac:chgData name="Ajay Kumar Sahu" userId="dd24f88422e0a5ca" providerId="LiveId" clId="{D4359742-125F-44D8-ADFF-EA47969DD1D9}" dt="2026-10-03T11:19:31.875" v="4983" actId="14100"/>
          <ac:picMkLst>
            <pc:docMk/>
            <pc:sldMk cId="1496536827" sldId="275"/>
            <ac:picMk id="18" creationId="{8E2DEED9-D880-8E13-5C92-BD703685CAC4}"/>
          </ac:picMkLst>
        </pc:picChg>
        <pc:picChg chg="add mod">
          <ac:chgData name="Ajay Kumar Sahu" userId="dd24f88422e0a5ca" providerId="LiveId" clId="{D4359742-125F-44D8-ADFF-EA47969DD1D9}" dt="2026-10-03T11:19:35.025" v="4984" actId="14100"/>
          <ac:picMkLst>
            <pc:docMk/>
            <pc:sldMk cId="1496536827" sldId="275"/>
            <ac:picMk id="20" creationId="{FEF3C204-C65E-71AE-7864-94C32DFA34FA}"/>
          </ac:picMkLst>
        </pc:picChg>
      </pc:sldChg>
      <pc:sldChg chg="addSp modSp add mod">
        <pc:chgData name="Ajay Kumar Sahu" userId="dd24f88422e0a5ca" providerId="LiveId" clId="{D4359742-125F-44D8-ADFF-EA47969DD1D9}" dt="2026-10-01T20:21:45.882" v="4536" actId="20577"/>
        <pc:sldMkLst>
          <pc:docMk/>
          <pc:sldMk cId="2447596175" sldId="276"/>
        </pc:sldMkLst>
        <pc:spChg chg="mod">
          <ac:chgData name="Ajay Kumar Sahu" userId="dd24f88422e0a5ca" providerId="LiveId" clId="{D4359742-125F-44D8-ADFF-EA47969DD1D9}" dt="2026-10-01T20:16:06.247" v="4366" actId="1076"/>
          <ac:spMkLst>
            <pc:docMk/>
            <pc:sldMk cId="2447596175" sldId="276"/>
            <ac:spMk id="2" creationId="{CC12BFBC-062B-829F-7FAB-EF20496287F9}"/>
          </ac:spMkLst>
        </pc:spChg>
        <pc:spChg chg="mod">
          <ac:chgData name="Ajay Kumar Sahu" userId="dd24f88422e0a5ca" providerId="LiveId" clId="{D4359742-125F-44D8-ADFF-EA47969DD1D9}" dt="2026-10-01T20:16:27.070" v="4369" actId="20577"/>
          <ac:spMkLst>
            <pc:docMk/>
            <pc:sldMk cId="2447596175" sldId="276"/>
            <ac:spMk id="6" creationId="{E13B99F0-4F5C-9426-E545-CE7FC797FCA5}"/>
          </ac:spMkLst>
        </pc:spChg>
        <pc:spChg chg="mod">
          <ac:chgData name="Ajay Kumar Sahu" userId="dd24f88422e0a5ca" providerId="LiveId" clId="{D4359742-125F-44D8-ADFF-EA47969DD1D9}" dt="2026-10-01T20:16:01.658" v="4364" actId="1076"/>
          <ac:spMkLst>
            <pc:docMk/>
            <pc:sldMk cId="2447596175" sldId="276"/>
            <ac:spMk id="13" creationId="{F05DB888-3DE1-40B7-ADAC-FDC5288A6F54}"/>
          </ac:spMkLst>
        </pc:spChg>
        <pc:spChg chg="mod">
          <ac:chgData name="Ajay Kumar Sahu" userId="dd24f88422e0a5ca" providerId="LiveId" clId="{D4359742-125F-44D8-ADFF-EA47969DD1D9}" dt="2026-10-01T20:21:45.882" v="4536" actId="20577"/>
          <ac:spMkLst>
            <pc:docMk/>
            <pc:sldMk cId="2447596175" sldId="276"/>
            <ac:spMk id="14" creationId="{D2AA64F6-8ED2-D8C3-B84A-BB572F58D3AB}"/>
          </ac:spMkLst>
        </pc:spChg>
        <pc:picChg chg="add">
          <ac:chgData name="Ajay Kumar Sahu" userId="dd24f88422e0a5ca" providerId="LiveId" clId="{D4359742-125F-44D8-ADFF-EA47969DD1D9}" dt="2026-10-01T20:14:49.799" v="4352" actId="22"/>
          <ac:picMkLst>
            <pc:docMk/>
            <pc:sldMk cId="2447596175" sldId="276"/>
            <ac:picMk id="4" creationId="{0A072189-78C0-0B8B-E91D-9CC463E695C6}"/>
          </ac:picMkLst>
        </pc:picChg>
      </pc:sldChg>
      <pc:sldChg chg="delSp modSp add mod">
        <pc:chgData name="Ajay Kumar Sahu" userId="dd24f88422e0a5ca" providerId="LiveId" clId="{D4359742-125F-44D8-ADFF-EA47969DD1D9}" dt="2026-10-03T12:00:47.243" v="5742" actId="2711"/>
        <pc:sldMkLst>
          <pc:docMk/>
          <pc:sldMk cId="4091117369" sldId="277"/>
        </pc:sldMkLst>
        <pc:spChg chg="mod">
          <ac:chgData name="Ajay Kumar Sahu" userId="dd24f88422e0a5ca" providerId="LiveId" clId="{D4359742-125F-44D8-ADFF-EA47969DD1D9}" dt="2026-10-03T11:59:51.908" v="5736" actId="1076"/>
          <ac:spMkLst>
            <pc:docMk/>
            <pc:sldMk cId="4091117369" sldId="277"/>
            <ac:spMk id="3" creationId="{6E830383-F19C-0419-1B6C-6FF8FF8F18AE}"/>
          </ac:spMkLst>
        </pc:spChg>
        <pc:spChg chg="mod">
          <ac:chgData name="Ajay Kumar Sahu" userId="dd24f88422e0a5ca" providerId="LiveId" clId="{D4359742-125F-44D8-ADFF-EA47969DD1D9}" dt="2026-10-03T12:00:47.243" v="5742" actId="2711"/>
          <ac:spMkLst>
            <pc:docMk/>
            <pc:sldMk cId="4091117369" sldId="277"/>
            <ac:spMk id="4" creationId="{3F704496-8599-0088-10B2-B7EFB815622D}"/>
          </ac:spMkLst>
        </pc:spChg>
        <pc:spChg chg="del">
          <ac:chgData name="Ajay Kumar Sahu" userId="dd24f88422e0a5ca" providerId="LiveId" clId="{D4359742-125F-44D8-ADFF-EA47969DD1D9}" dt="2026-10-03T11:55:36.104" v="5585" actId="478"/>
          <ac:spMkLst>
            <pc:docMk/>
            <pc:sldMk cId="4091117369" sldId="277"/>
            <ac:spMk id="34" creationId="{FA339EBA-D23E-6CE9-CA59-B25604DD0D68}"/>
          </ac:spMkLst>
        </pc:spChg>
        <pc:graphicFrameChg chg="mod modGraphic">
          <ac:chgData name="Ajay Kumar Sahu" userId="dd24f88422e0a5ca" providerId="LiveId" clId="{D4359742-125F-44D8-ADFF-EA47969DD1D9}" dt="2026-10-03T12:00:14.987" v="5738" actId="1076"/>
          <ac:graphicFrameMkLst>
            <pc:docMk/>
            <pc:sldMk cId="4091117369" sldId="277"/>
            <ac:graphicFrameMk id="33" creationId="{0653EF0D-8B26-AB14-DC6B-8F575E918FD6}"/>
          </ac:graphicFrameMkLst>
        </pc:graphicFrameChg>
      </pc:sldChg>
      <pc:sldChg chg="delSp modSp add mod ord">
        <pc:chgData name="Ajay Kumar Sahu" userId="dd24f88422e0a5ca" providerId="LiveId" clId="{D4359742-125F-44D8-ADFF-EA47969DD1D9}" dt="2026-10-03T18:05:08.696" v="6595" actId="14100"/>
        <pc:sldMkLst>
          <pc:docMk/>
          <pc:sldMk cId="1730184878" sldId="278"/>
        </pc:sldMkLst>
        <pc:spChg chg="mod">
          <ac:chgData name="Ajay Kumar Sahu" userId="dd24f88422e0a5ca" providerId="LiveId" clId="{D4359742-125F-44D8-ADFF-EA47969DD1D9}" dt="2026-10-03T18:04:44.816" v="6593" actId="1076"/>
          <ac:spMkLst>
            <pc:docMk/>
            <pc:sldMk cId="1730184878" sldId="278"/>
            <ac:spMk id="6" creationId="{0B4B905C-5364-3021-0079-7B94F7EF5034}"/>
          </ac:spMkLst>
        </pc:spChg>
        <pc:spChg chg="mod">
          <ac:chgData name="Ajay Kumar Sahu" userId="dd24f88422e0a5ca" providerId="LiveId" clId="{D4359742-125F-44D8-ADFF-EA47969DD1D9}" dt="2026-10-03T17:35:26.877" v="6592" actId="113"/>
          <ac:spMkLst>
            <pc:docMk/>
            <pc:sldMk cId="1730184878" sldId="278"/>
            <ac:spMk id="7" creationId="{7DF485F7-6DA9-FC74-ECC9-45FF44EE89D3}"/>
          </ac:spMkLst>
        </pc:spChg>
        <pc:spChg chg="del">
          <ac:chgData name="Ajay Kumar Sahu" userId="dd24f88422e0a5ca" providerId="LiveId" clId="{D4359742-125F-44D8-ADFF-EA47969DD1D9}" dt="2026-10-03T12:07:40.390" v="6211" actId="478"/>
          <ac:spMkLst>
            <pc:docMk/>
            <pc:sldMk cId="1730184878" sldId="278"/>
            <ac:spMk id="10" creationId="{56E2C8EE-837A-DE99-0EC8-8E301AA2EEAE}"/>
          </ac:spMkLst>
        </pc:spChg>
        <pc:spChg chg="del">
          <ac:chgData name="Ajay Kumar Sahu" userId="dd24f88422e0a5ca" providerId="LiveId" clId="{D4359742-125F-44D8-ADFF-EA47969DD1D9}" dt="2026-10-03T12:07:42.340" v="6212" actId="478"/>
          <ac:spMkLst>
            <pc:docMk/>
            <pc:sldMk cId="1730184878" sldId="278"/>
            <ac:spMk id="12" creationId="{B783FE33-2DB4-16AF-0307-5C47B7504C64}"/>
          </ac:spMkLst>
        </pc:spChg>
        <pc:spChg chg="del">
          <ac:chgData name="Ajay Kumar Sahu" userId="dd24f88422e0a5ca" providerId="LiveId" clId="{D4359742-125F-44D8-ADFF-EA47969DD1D9}" dt="2026-10-03T12:07:43.910" v="6213" actId="478"/>
          <ac:spMkLst>
            <pc:docMk/>
            <pc:sldMk cId="1730184878" sldId="278"/>
            <ac:spMk id="14" creationId="{EE1DB929-476A-D7AF-D31B-C88D3B551771}"/>
          </ac:spMkLst>
        </pc:spChg>
        <pc:spChg chg="del">
          <ac:chgData name="Ajay Kumar Sahu" userId="dd24f88422e0a5ca" providerId="LiveId" clId="{D4359742-125F-44D8-ADFF-EA47969DD1D9}" dt="2026-10-03T12:07:45.683" v="6214" actId="478"/>
          <ac:spMkLst>
            <pc:docMk/>
            <pc:sldMk cId="1730184878" sldId="278"/>
            <ac:spMk id="16" creationId="{D02C0D51-831E-F3D2-3761-7CF273510605}"/>
          </ac:spMkLst>
        </pc:spChg>
        <pc:spChg chg="del">
          <ac:chgData name="Ajay Kumar Sahu" userId="dd24f88422e0a5ca" providerId="LiveId" clId="{D4359742-125F-44D8-ADFF-EA47969DD1D9}" dt="2026-10-03T12:07:47.306" v="6215" actId="478"/>
          <ac:spMkLst>
            <pc:docMk/>
            <pc:sldMk cId="1730184878" sldId="278"/>
            <ac:spMk id="18" creationId="{548BE5EE-F132-FF63-9232-7D09A1143B66}"/>
          </ac:spMkLst>
        </pc:spChg>
        <pc:spChg chg="del">
          <ac:chgData name="Ajay Kumar Sahu" userId="dd24f88422e0a5ca" providerId="LiveId" clId="{D4359742-125F-44D8-ADFF-EA47969DD1D9}" dt="2026-10-03T12:09:53.961" v="6446" actId="478"/>
          <ac:spMkLst>
            <pc:docMk/>
            <pc:sldMk cId="1730184878" sldId="278"/>
            <ac:spMk id="19" creationId="{E6D19263-BF89-1F14-38D4-497581C3534F}"/>
          </ac:spMkLst>
        </pc:spChg>
        <pc:grpChg chg="mod">
          <ac:chgData name="Ajay Kumar Sahu" userId="dd24f88422e0a5ca" providerId="LiveId" clId="{D4359742-125F-44D8-ADFF-EA47969DD1D9}" dt="2026-10-03T18:05:08.696" v="6595" actId="14100"/>
          <ac:grpSpMkLst>
            <pc:docMk/>
            <pc:sldMk cId="1730184878" sldId="278"/>
            <ac:grpSpMk id="3" creationId="{D0895B1A-173F-4B86-07CA-5F7199CE633B}"/>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9.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6.svg"/></Relationships>
</file>

<file path=ppt/slides/_rels/slide13.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3.png"/><Relationship Id="rId2" Type="http://schemas.openxmlformats.org/officeDocument/2006/relationships/image" Target="../media/image17.jpe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6.sv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6.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3.png"/><Relationship Id="rId4"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a:stretch>
              <a:fillRect t="-9259" b="-9259"/>
            </a:stretch>
          </a:blipFill>
        </p:spPr>
        <p:txBody>
          <a:bodyPr/>
          <a:lstStyle/>
          <a:p>
            <a:endParaRPr lang="en-IN" dirty="0"/>
          </a:p>
        </p:txBody>
      </p:sp>
      <p:sp>
        <p:nvSpPr>
          <p:cNvPr id="3" name="Freeform 3"/>
          <p:cNvSpPr/>
          <p:nvPr/>
        </p:nvSpPr>
        <p:spPr>
          <a:xfrm>
            <a:off x="10416465" y="879937"/>
            <a:ext cx="7453924" cy="9407063"/>
          </a:xfrm>
          <a:custGeom>
            <a:avLst/>
            <a:gdLst/>
            <a:ahLst/>
            <a:cxnLst/>
            <a:rect l="l" t="t" r="r" b="b"/>
            <a:pathLst>
              <a:path w="7453924" h="9407063">
                <a:moveTo>
                  <a:pt x="0" y="0"/>
                </a:moveTo>
                <a:lnTo>
                  <a:pt x="7453924" y="0"/>
                </a:lnTo>
                <a:lnTo>
                  <a:pt x="7453924" y="9407063"/>
                </a:lnTo>
                <a:lnTo>
                  <a:pt x="0" y="9407063"/>
                </a:lnTo>
                <a:lnTo>
                  <a:pt x="0" y="0"/>
                </a:lnTo>
                <a:close/>
              </a:path>
            </a:pathLst>
          </a:custGeom>
          <a:blipFill>
            <a:blip r:embed="rId3"/>
            <a:stretch>
              <a:fillRect l="-146518" t="-3109" r="-13735"/>
            </a:stretch>
          </a:blipFill>
        </p:spPr>
      </p:sp>
      <p:sp>
        <p:nvSpPr>
          <p:cNvPr id="8" name="TextBox 8"/>
          <p:cNvSpPr txBox="1"/>
          <p:nvPr/>
        </p:nvSpPr>
        <p:spPr>
          <a:xfrm>
            <a:off x="1028700" y="2327010"/>
            <a:ext cx="7597578" cy="4243790"/>
          </a:xfrm>
          <a:prstGeom prst="rect">
            <a:avLst/>
          </a:prstGeom>
        </p:spPr>
        <p:txBody>
          <a:bodyPr lIns="0" tIns="0" rIns="0" bIns="0" rtlCol="0" anchor="t">
            <a:spAutoFit/>
          </a:bodyPr>
          <a:lstStyle/>
          <a:p>
            <a:pPr algn="l">
              <a:lnSpc>
                <a:spcPts val="11392"/>
              </a:lnSpc>
            </a:pPr>
            <a:r>
              <a:rPr lang="en-US" sz="6600" dirty="0">
                <a:solidFill>
                  <a:srgbClr val="FFFFFF"/>
                </a:solidFill>
                <a:latin typeface="Telegraf"/>
                <a:ea typeface="Telegraf"/>
                <a:cs typeface="Telegraf"/>
                <a:sym typeface="Telegraf"/>
              </a:rPr>
              <a:t>A PROJECT BY NEXTHIKE IT SOLUTION</a:t>
            </a:r>
          </a:p>
        </p:txBody>
      </p:sp>
      <p:sp>
        <p:nvSpPr>
          <p:cNvPr id="10" name="TextBox 10"/>
          <p:cNvSpPr txBox="1"/>
          <p:nvPr/>
        </p:nvSpPr>
        <p:spPr>
          <a:xfrm>
            <a:off x="1028700" y="6783015"/>
            <a:ext cx="8053372" cy="1565878"/>
          </a:xfrm>
          <a:prstGeom prst="rect">
            <a:avLst/>
          </a:prstGeom>
        </p:spPr>
        <p:txBody>
          <a:bodyPr lIns="0" tIns="0" rIns="0" bIns="0" rtlCol="0" anchor="t">
            <a:spAutoFit/>
          </a:bodyPr>
          <a:lstStyle/>
          <a:p>
            <a:pPr marL="0" lvl="0" indent="0" algn="ctr">
              <a:lnSpc>
                <a:spcPts val="3107"/>
              </a:lnSpc>
            </a:pPr>
            <a:r>
              <a:rPr lang="en-US" sz="2219" u="none" strike="noStrike" spc="93" dirty="0">
                <a:solidFill>
                  <a:srgbClr val="FFFFFF"/>
                </a:solidFill>
                <a:latin typeface="Telegraf"/>
                <a:ea typeface="Telegraf"/>
                <a:cs typeface="Telegraf"/>
                <a:sym typeface="Telegraf"/>
              </a:rPr>
              <a:t>AI NEWS RESEARCH TOLL</a:t>
            </a:r>
          </a:p>
          <a:p>
            <a:pPr marL="0" lvl="0" indent="0" algn="ctr">
              <a:lnSpc>
                <a:spcPts val="3107"/>
              </a:lnSpc>
            </a:pPr>
            <a:r>
              <a:rPr lang="en-US" sz="2219" spc="93" dirty="0">
                <a:solidFill>
                  <a:srgbClr val="FFFFFF"/>
                </a:solidFill>
                <a:latin typeface="Telegraf"/>
                <a:ea typeface="Telegraf"/>
                <a:cs typeface="Telegraf"/>
                <a:sym typeface="Telegraf"/>
              </a:rPr>
              <a:t>An Intelligent LLM-Powered News Search &amp; Research Assistant</a:t>
            </a:r>
          </a:p>
          <a:p>
            <a:pPr marL="0" lvl="0" indent="0" algn="ctr">
              <a:lnSpc>
                <a:spcPts val="3107"/>
              </a:lnSpc>
            </a:pPr>
            <a:r>
              <a:rPr lang="en-US" sz="2219" u="none" strike="noStrike" spc="93" dirty="0">
                <a:solidFill>
                  <a:srgbClr val="FFFFFF"/>
                </a:solidFill>
                <a:latin typeface="Telegraf"/>
                <a:ea typeface="Telegraf"/>
                <a:cs typeface="Telegraf"/>
                <a:sym typeface="Telegraf"/>
              </a:rPr>
              <a:t>By Mr. Ajay Kumar Sahu</a:t>
            </a:r>
          </a:p>
        </p:txBody>
      </p:sp>
      <p:pic>
        <p:nvPicPr>
          <p:cNvPr id="12" name="Picture 11">
            <a:extLst>
              <a:ext uri="{FF2B5EF4-FFF2-40B4-BE49-F238E27FC236}">
                <a16:creationId xmlns:a16="http://schemas.microsoft.com/office/drawing/2014/main" id="{9F6EDBF1-368E-2DAE-80E5-B27AFE66928E}"/>
              </a:ext>
            </a:extLst>
          </p:cNvPr>
          <p:cNvPicPr>
            <a:picLocks noChangeAspect="1"/>
          </p:cNvPicPr>
          <p:nvPr/>
        </p:nvPicPr>
        <p:blipFill>
          <a:blip r:embed="rId4"/>
          <a:stretch>
            <a:fillRect/>
          </a:stretch>
        </p:blipFill>
        <p:spPr>
          <a:xfrm>
            <a:off x="0" y="10659"/>
            <a:ext cx="2819400" cy="9318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8260" t="-40160"/>
            </a:stretch>
          </a:blipFill>
        </p:spPr>
      </p:sp>
      <p:sp>
        <p:nvSpPr>
          <p:cNvPr id="3" name="TextBox 3"/>
          <p:cNvSpPr txBox="1"/>
          <p:nvPr/>
        </p:nvSpPr>
        <p:spPr>
          <a:xfrm>
            <a:off x="1308184" y="2017446"/>
            <a:ext cx="6159416" cy="2180084"/>
          </a:xfrm>
          <a:prstGeom prst="rect">
            <a:avLst/>
          </a:prstGeom>
        </p:spPr>
        <p:txBody>
          <a:bodyPr wrap="square" lIns="0" tIns="0" rIns="0" bIns="0" rtlCol="0" anchor="t">
            <a:spAutoFit/>
          </a:bodyPr>
          <a:lstStyle/>
          <a:p>
            <a:pPr algn="l">
              <a:lnSpc>
                <a:spcPts val="8541"/>
              </a:lnSpc>
            </a:pPr>
            <a:r>
              <a:rPr lang="en-US" sz="7500" dirty="0">
                <a:solidFill>
                  <a:srgbClr val="FFFFFF"/>
                </a:solidFill>
                <a:latin typeface="Telegraf"/>
                <a:ea typeface="Telegraf"/>
                <a:cs typeface="Telegraf"/>
                <a:sym typeface="Telegraf"/>
              </a:rPr>
              <a:t>Technologies used</a:t>
            </a:r>
          </a:p>
        </p:txBody>
      </p:sp>
      <p:grpSp>
        <p:nvGrpSpPr>
          <p:cNvPr id="4" name="Group 4"/>
          <p:cNvGrpSpPr/>
          <p:nvPr/>
        </p:nvGrpSpPr>
        <p:grpSpPr>
          <a:xfrm>
            <a:off x="8676173" y="1482064"/>
            <a:ext cx="8583127" cy="7363298"/>
            <a:chOff x="0" y="0"/>
            <a:chExt cx="1257627" cy="1078894"/>
          </a:xfrm>
        </p:grpSpPr>
        <p:sp>
          <p:nvSpPr>
            <p:cNvPr id="5" name="Freeform 5"/>
            <p:cNvSpPr/>
            <p:nvPr/>
          </p:nvSpPr>
          <p:spPr>
            <a:xfrm>
              <a:off x="0" y="0"/>
              <a:ext cx="1257627" cy="1078894"/>
            </a:xfrm>
            <a:custGeom>
              <a:avLst/>
              <a:gdLst/>
              <a:ahLst/>
              <a:cxnLst/>
              <a:rect l="l" t="t" r="r" b="b"/>
              <a:pathLst>
                <a:path w="1257627" h="1078894">
                  <a:moveTo>
                    <a:pt x="35178" y="0"/>
                  </a:moveTo>
                  <a:lnTo>
                    <a:pt x="1222449" y="0"/>
                  </a:lnTo>
                  <a:cubicBezTo>
                    <a:pt x="1231779" y="0"/>
                    <a:pt x="1240726" y="3706"/>
                    <a:pt x="1247323" y="10303"/>
                  </a:cubicBezTo>
                  <a:cubicBezTo>
                    <a:pt x="1253921" y="16900"/>
                    <a:pt x="1257627" y="25848"/>
                    <a:pt x="1257627" y="35178"/>
                  </a:cubicBezTo>
                  <a:lnTo>
                    <a:pt x="1257627" y="1043716"/>
                  </a:lnTo>
                  <a:cubicBezTo>
                    <a:pt x="1257627" y="1053046"/>
                    <a:pt x="1253921" y="1061993"/>
                    <a:pt x="1247323" y="1068590"/>
                  </a:cubicBezTo>
                  <a:cubicBezTo>
                    <a:pt x="1240726" y="1075187"/>
                    <a:pt x="1231779" y="1078894"/>
                    <a:pt x="1222449" y="1078894"/>
                  </a:cubicBezTo>
                  <a:lnTo>
                    <a:pt x="35178" y="1078894"/>
                  </a:lnTo>
                  <a:cubicBezTo>
                    <a:pt x="25848" y="1078894"/>
                    <a:pt x="16900" y="1075187"/>
                    <a:pt x="10303" y="1068590"/>
                  </a:cubicBezTo>
                  <a:cubicBezTo>
                    <a:pt x="3706" y="1061993"/>
                    <a:pt x="0" y="1053046"/>
                    <a:pt x="0" y="1043716"/>
                  </a:cubicBezTo>
                  <a:lnTo>
                    <a:pt x="0" y="35178"/>
                  </a:lnTo>
                  <a:cubicBezTo>
                    <a:pt x="0" y="25848"/>
                    <a:pt x="3706" y="16900"/>
                    <a:pt x="10303" y="10303"/>
                  </a:cubicBezTo>
                  <a:cubicBezTo>
                    <a:pt x="16900" y="3706"/>
                    <a:pt x="25848" y="0"/>
                    <a:pt x="35178" y="0"/>
                  </a:cubicBezTo>
                  <a:close/>
                </a:path>
              </a:pathLst>
            </a:custGeom>
            <a:blipFill>
              <a:blip r:embed="rId3"/>
              <a:stretch>
                <a:fillRect l="-7192" r="-7192"/>
              </a:stretch>
            </a:blipFill>
            <a:ln cap="rnd">
              <a:noFill/>
              <a:prstDash val="solid"/>
              <a:round/>
            </a:ln>
          </p:spPr>
        </p:sp>
      </p:grpSp>
      <p:grpSp>
        <p:nvGrpSpPr>
          <p:cNvPr id="6" name="Group 6"/>
          <p:cNvGrpSpPr/>
          <p:nvPr/>
        </p:nvGrpSpPr>
        <p:grpSpPr>
          <a:xfrm>
            <a:off x="1632346" y="3314700"/>
            <a:ext cx="569605" cy="4742482"/>
            <a:chOff x="0" y="-76200"/>
            <a:chExt cx="150019" cy="1249049"/>
          </a:xfrm>
        </p:grpSpPr>
        <p:sp>
          <p:nvSpPr>
            <p:cNvPr id="7" name="Freeform 7"/>
            <p:cNvSpPr/>
            <p:nvPr/>
          </p:nvSpPr>
          <p:spPr>
            <a:xfrm>
              <a:off x="0" y="156315"/>
              <a:ext cx="150019" cy="1016534"/>
            </a:xfrm>
            <a:custGeom>
              <a:avLst/>
              <a:gdLst/>
              <a:ahLst/>
              <a:cxnLst/>
              <a:rect l="l" t="t" r="r" b="b"/>
              <a:pathLst>
                <a:path w="150019" h="1172849">
                  <a:moveTo>
                    <a:pt x="75010" y="0"/>
                  </a:moveTo>
                  <a:lnTo>
                    <a:pt x="75010" y="0"/>
                  </a:lnTo>
                  <a:cubicBezTo>
                    <a:pt x="94903" y="0"/>
                    <a:pt x="113982" y="7903"/>
                    <a:pt x="128049" y="21970"/>
                  </a:cubicBezTo>
                  <a:cubicBezTo>
                    <a:pt x="142117" y="36037"/>
                    <a:pt x="150019" y="55116"/>
                    <a:pt x="150019" y="75010"/>
                  </a:cubicBezTo>
                  <a:lnTo>
                    <a:pt x="150019" y="1097839"/>
                  </a:lnTo>
                  <a:cubicBezTo>
                    <a:pt x="150019" y="1139266"/>
                    <a:pt x="116436" y="1172849"/>
                    <a:pt x="75010" y="1172849"/>
                  </a:cubicBezTo>
                  <a:lnTo>
                    <a:pt x="75010" y="1172849"/>
                  </a:lnTo>
                  <a:cubicBezTo>
                    <a:pt x="33583" y="1172849"/>
                    <a:pt x="0" y="1139266"/>
                    <a:pt x="0" y="1097839"/>
                  </a:cubicBezTo>
                  <a:lnTo>
                    <a:pt x="0" y="75010"/>
                  </a:lnTo>
                  <a:cubicBezTo>
                    <a:pt x="0" y="33583"/>
                    <a:pt x="33583" y="0"/>
                    <a:pt x="75010" y="0"/>
                  </a:cubicBezTo>
                  <a:close/>
                </a:path>
              </a:pathLst>
            </a:custGeom>
            <a:gradFill rotWithShape="1">
              <a:gsLst>
                <a:gs pos="0">
                  <a:srgbClr val="10A5FF">
                    <a:alpha val="100000"/>
                  </a:srgbClr>
                </a:gs>
                <a:gs pos="100000">
                  <a:srgbClr val="041E4E">
                    <a:alpha val="100000"/>
                  </a:srgbClr>
                </a:gs>
              </a:gsLst>
              <a:lin ang="5400000"/>
            </a:gradFill>
            <a:ln cap="rnd">
              <a:noFill/>
              <a:prstDash val="solid"/>
              <a:round/>
            </a:ln>
          </p:spPr>
        </p:sp>
        <p:sp>
          <p:nvSpPr>
            <p:cNvPr id="8" name="TextBox 8"/>
            <p:cNvSpPr txBox="1"/>
            <p:nvPr/>
          </p:nvSpPr>
          <p:spPr>
            <a:xfrm>
              <a:off x="0" y="-76200"/>
              <a:ext cx="150019" cy="1249049"/>
            </a:xfrm>
            <a:prstGeom prst="rect">
              <a:avLst/>
            </a:prstGeom>
          </p:spPr>
          <p:txBody>
            <a:bodyPr lIns="0" tIns="0" rIns="0" bIns="0" rtlCol="0" anchor="ctr"/>
            <a:lstStyle/>
            <a:p>
              <a:pPr marL="0" lvl="0" indent="0" algn="ctr"/>
              <a:r>
                <a:rPr lang="en-US" sz="2000" u="none" strike="noStrike" spc="32" dirty="0">
                  <a:solidFill>
                    <a:srgbClr val="FFFFFF"/>
                  </a:solidFill>
                  <a:latin typeface="Telegraf"/>
                  <a:ea typeface="Telegraf"/>
                  <a:cs typeface="Telegraf"/>
                  <a:sym typeface="Telegraf"/>
                </a:rPr>
                <a:t>1</a:t>
              </a:r>
            </a:p>
            <a:p>
              <a:pPr marL="0" lvl="0" indent="0" algn="ctr">
                <a:lnSpc>
                  <a:spcPts val="2800"/>
                </a:lnSpc>
              </a:pPr>
              <a:r>
                <a:rPr lang="en-US" sz="2000" u="none" strike="noStrike" spc="32" dirty="0">
                  <a:solidFill>
                    <a:srgbClr val="FFFFFF"/>
                  </a:solidFill>
                  <a:latin typeface="Telegraf"/>
                  <a:ea typeface="Telegraf"/>
                  <a:cs typeface="Telegraf"/>
                  <a:sym typeface="Telegraf"/>
                </a:rPr>
                <a:t>2</a:t>
              </a:r>
            </a:p>
            <a:p>
              <a:pPr marL="0" lvl="0" indent="0" algn="ctr">
                <a:lnSpc>
                  <a:spcPts val="2800"/>
                </a:lnSpc>
              </a:pPr>
              <a:r>
                <a:rPr lang="en-US" sz="2000" u="none" strike="noStrike" spc="32" dirty="0">
                  <a:solidFill>
                    <a:srgbClr val="FFFFFF"/>
                  </a:solidFill>
                  <a:latin typeface="Telegraf"/>
                  <a:ea typeface="Telegraf"/>
                  <a:cs typeface="Telegraf"/>
                  <a:sym typeface="Telegraf"/>
                </a:rPr>
                <a:t>3</a:t>
              </a:r>
            </a:p>
            <a:p>
              <a:pPr marL="0" lvl="0" indent="0" algn="ctr">
                <a:lnSpc>
                  <a:spcPts val="2800"/>
                </a:lnSpc>
              </a:pPr>
              <a:r>
                <a:rPr lang="en-US" sz="2000" u="none" strike="noStrike" spc="32" dirty="0">
                  <a:solidFill>
                    <a:srgbClr val="FFFFFF"/>
                  </a:solidFill>
                  <a:latin typeface="Telegraf"/>
                  <a:ea typeface="Telegraf"/>
                  <a:cs typeface="Telegraf"/>
                  <a:sym typeface="Telegraf"/>
                </a:rPr>
                <a:t>4</a:t>
              </a:r>
            </a:p>
            <a:p>
              <a:pPr marL="0" lvl="0" indent="0" algn="ctr">
                <a:lnSpc>
                  <a:spcPts val="2800"/>
                </a:lnSpc>
              </a:pPr>
              <a:r>
                <a:rPr lang="en-US" sz="2000" u="none" strike="noStrike" spc="32" dirty="0">
                  <a:solidFill>
                    <a:srgbClr val="FFFFFF"/>
                  </a:solidFill>
                  <a:latin typeface="Telegraf"/>
                  <a:ea typeface="Telegraf"/>
                  <a:cs typeface="Telegraf"/>
                  <a:sym typeface="Telegraf"/>
                </a:rPr>
                <a:t>5</a:t>
              </a:r>
            </a:p>
          </p:txBody>
        </p:sp>
      </p:grpSp>
      <p:sp>
        <p:nvSpPr>
          <p:cNvPr id="9" name="TextBox 9"/>
          <p:cNvSpPr txBox="1"/>
          <p:nvPr/>
        </p:nvSpPr>
        <p:spPr>
          <a:xfrm>
            <a:off x="2285535" y="4823231"/>
            <a:ext cx="5762030" cy="5004960"/>
          </a:xfrm>
          <a:prstGeom prst="rect">
            <a:avLst/>
          </a:prstGeom>
        </p:spPr>
        <p:txBody>
          <a:bodyPr lIns="0" tIns="0" rIns="0" bIns="0" rtlCol="0" anchor="t">
            <a:spAutoFit/>
          </a:bodyPr>
          <a:lstStyle/>
          <a:p>
            <a:pPr marL="342900" indent="-342900" algn="l">
              <a:lnSpc>
                <a:spcPts val="2800"/>
              </a:lnSpc>
              <a:buFont typeface="Arial" panose="020B0604020202020204" pitchFamily="34" charset="0"/>
              <a:buChar char="•"/>
            </a:pPr>
            <a:r>
              <a:rPr lang="en-US" sz="2000" spc="32" dirty="0">
                <a:solidFill>
                  <a:srgbClr val="FFFFFF"/>
                </a:solidFill>
                <a:latin typeface="Telegraf"/>
                <a:ea typeface="Telegraf"/>
                <a:cs typeface="Telegraf"/>
                <a:sym typeface="Telegraf"/>
              </a:rPr>
              <a:t>Python</a:t>
            </a:r>
          </a:p>
          <a:p>
            <a:pPr marL="342900" indent="-342900" algn="l">
              <a:lnSpc>
                <a:spcPts val="2800"/>
              </a:lnSpc>
              <a:buFont typeface="Arial" panose="020B0604020202020204" pitchFamily="34" charset="0"/>
              <a:buChar char="•"/>
            </a:pPr>
            <a:r>
              <a:rPr lang="en-US" sz="2000" spc="32" dirty="0" err="1">
                <a:solidFill>
                  <a:srgbClr val="FFFFFF"/>
                </a:solidFill>
                <a:latin typeface="Telegraf"/>
                <a:ea typeface="Telegraf"/>
                <a:cs typeface="Telegraf"/>
                <a:sym typeface="Telegraf"/>
              </a:rPr>
              <a:t>LangChain</a:t>
            </a:r>
            <a:endParaRPr lang="en-US" sz="2000" spc="32" dirty="0">
              <a:solidFill>
                <a:srgbClr val="FFFFFF"/>
              </a:solidFill>
              <a:latin typeface="Telegraf"/>
              <a:ea typeface="Telegraf"/>
              <a:cs typeface="Telegraf"/>
              <a:sym typeface="Telegraf"/>
            </a:endParaRPr>
          </a:p>
          <a:p>
            <a:pPr marL="342900" indent="-342900" algn="l">
              <a:lnSpc>
                <a:spcPts val="2800"/>
              </a:lnSpc>
              <a:buFont typeface="Arial" panose="020B0604020202020204" pitchFamily="34" charset="0"/>
              <a:buChar char="•"/>
            </a:pPr>
            <a:r>
              <a:rPr lang="en-US" sz="2000" spc="32" dirty="0" err="1">
                <a:solidFill>
                  <a:srgbClr val="FFFFFF"/>
                </a:solidFill>
                <a:latin typeface="Telegraf"/>
                <a:ea typeface="Telegraf"/>
                <a:cs typeface="Telegraf"/>
                <a:sym typeface="Telegraf"/>
              </a:rPr>
              <a:t>Groq</a:t>
            </a:r>
            <a:r>
              <a:rPr lang="en-US" sz="2000" spc="32" dirty="0">
                <a:solidFill>
                  <a:srgbClr val="FFFFFF"/>
                </a:solidFill>
                <a:latin typeface="Telegraf"/>
                <a:ea typeface="Telegraf"/>
                <a:cs typeface="Telegraf"/>
                <a:sym typeface="Telegraf"/>
              </a:rPr>
              <a:t> LLM</a:t>
            </a:r>
          </a:p>
          <a:p>
            <a:pPr marL="342900" indent="-342900" algn="l">
              <a:lnSpc>
                <a:spcPts val="2800"/>
              </a:lnSpc>
              <a:buFont typeface="Arial" panose="020B0604020202020204" pitchFamily="34" charset="0"/>
              <a:buChar char="•"/>
            </a:pPr>
            <a:r>
              <a:rPr lang="en-US" sz="2000" spc="32" dirty="0" err="1">
                <a:solidFill>
                  <a:srgbClr val="FFFFFF"/>
                </a:solidFill>
                <a:latin typeface="Telegraf"/>
                <a:ea typeface="Telegraf"/>
                <a:cs typeface="Telegraf"/>
                <a:sym typeface="Telegraf"/>
              </a:rPr>
              <a:t>NewsAPI</a:t>
            </a:r>
            <a:endParaRPr lang="en-US" sz="2000" u="none" strike="noStrike" spc="32" dirty="0">
              <a:solidFill>
                <a:srgbClr val="FFFFFF"/>
              </a:solidFill>
              <a:latin typeface="Telegraf"/>
              <a:ea typeface="Telegraf"/>
              <a:cs typeface="Telegraf"/>
              <a:sym typeface="Telegraf"/>
            </a:endParaRPr>
          </a:p>
          <a:p>
            <a:pPr marL="342900" indent="-342900" algn="l">
              <a:lnSpc>
                <a:spcPts val="2800"/>
              </a:lnSpc>
              <a:buFont typeface="Arial" panose="020B0604020202020204" pitchFamily="34" charset="0"/>
              <a:buChar char="•"/>
            </a:pPr>
            <a:r>
              <a:rPr lang="en-US" sz="2000" u="none" strike="noStrike" spc="32" dirty="0" err="1">
                <a:solidFill>
                  <a:srgbClr val="FFFFFF"/>
                </a:solidFill>
                <a:latin typeface="Telegraf"/>
                <a:ea typeface="Telegraf"/>
                <a:cs typeface="Telegraf"/>
                <a:sym typeface="Telegraf"/>
              </a:rPr>
              <a:t>Streamlit</a:t>
            </a:r>
            <a:endParaRPr lang="en-US" sz="2000" u="none" strike="noStrike" spc="32" dirty="0">
              <a:solidFill>
                <a:srgbClr val="FFFFFF"/>
              </a:solidFill>
              <a:latin typeface="Telegraf"/>
              <a:ea typeface="Telegraf"/>
              <a:cs typeface="Telegraf"/>
              <a:sym typeface="Telegraf"/>
            </a:endParaRPr>
          </a:p>
          <a:p>
            <a:pPr algn="l">
              <a:lnSpc>
                <a:spcPts val="2800"/>
              </a:lnSpc>
            </a:pPr>
            <a:endParaRPr lang="en-US" sz="2000" spc="32" dirty="0">
              <a:solidFill>
                <a:srgbClr val="FFFFFF"/>
              </a:solidFill>
              <a:latin typeface="Telegraf"/>
              <a:ea typeface="Telegraf"/>
              <a:cs typeface="Telegraf"/>
              <a:sym typeface="Telegraf"/>
            </a:endParaRPr>
          </a:p>
          <a:p>
            <a:pPr algn="l">
              <a:lnSpc>
                <a:spcPts val="2800"/>
              </a:lnSpc>
            </a:pPr>
            <a:r>
              <a:rPr lang="en-US" sz="2000" spc="32" dirty="0">
                <a:solidFill>
                  <a:srgbClr val="FFFFFF"/>
                </a:solidFill>
                <a:latin typeface="Telegraf"/>
                <a:ea typeface="Telegraf"/>
                <a:cs typeface="Telegraf"/>
                <a:sym typeface="Telegraf"/>
              </a:rPr>
              <a:t>“This project is an AI-powered News Research Tool that allows users to ask news-related question using natural-language. The system understands the user’s question, generates relevant search queries, retrieves news articles using </a:t>
            </a:r>
            <a:r>
              <a:rPr lang="en-US" sz="2000" spc="32" dirty="0" err="1">
                <a:solidFill>
                  <a:srgbClr val="FFFFFF"/>
                </a:solidFill>
                <a:latin typeface="Telegraf"/>
                <a:ea typeface="Telegraf"/>
                <a:cs typeface="Telegraf"/>
                <a:sym typeface="Telegraf"/>
              </a:rPr>
              <a:t>NewsAPI</a:t>
            </a:r>
            <a:r>
              <a:rPr lang="en-US" sz="2000" spc="32" dirty="0">
                <a:solidFill>
                  <a:srgbClr val="FFFFFF"/>
                </a:solidFill>
                <a:latin typeface="Telegraf"/>
                <a:ea typeface="Telegraf"/>
                <a:cs typeface="Telegraf"/>
                <a:sym typeface="Telegraf"/>
              </a:rPr>
              <a:t>, and uses a </a:t>
            </a:r>
            <a:r>
              <a:rPr lang="en-US" sz="2000" spc="32" dirty="0" err="1">
                <a:solidFill>
                  <a:srgbClr val="FFFFFF"/>
                </a:solidFill>
                <a:latin typeface="Telegraf"/>
                <a:ea typeface="Telegraf"/>
                <a:cs typeface="Telegraf"/>
                <a:sym typeface="Telegraf"/>
              </a:rPr>
              <a:t>Groq</a:t>
            </a:r>
            <a:r>
              <a:rPr lang="en-US" sz="2000" spc="32" dirty="0">
                <a:solidFill>
                  <a:srgbClr val="FFFFFF"/>
                </a:solidFill>
                <a:latin typeface="Telegraf"/>
                <a:ea typeface="Telegraf"/>
                <a:cs typeface="Telegraf"/>
                <a:sym typeface="Telegraf"/>
              </a:rPr>
              <a:t>-powered LLM through </a:t>
            </a:r>
            <a:r>
              <a:rPr lang="en-US" sz="2000" spc="32" dirty="0" err="1">
                <a:solidFill>
                  <a:srgbClr val="FFFFFF"/>
                </a:solidFill>
                <a:latin typeface="Telegraf"/>
                <a:ea typeface="Telegraf"/>
                <a:cs typeface="Telegraf"/>
                <a:sym typeface="Telegraf"/>
              </a:rPr>
              <a:t>LangChain</a:t>
            </a:r>
            <a:r>
              <a:rPr lang="en-US" sz="2000" spc="32" dirty="0">
                <a:solidFill>
                  <a:srgbClr val="FFFFFF"/>
                </a:solidFill>
                <a:latin typeface="Telegraf"/>
                <a:ea typeface="Telegraf"/>
                <a:cs typeface="Telegraf"/>
                <a:sym typeface="Telegraf"/>
              </a:rPr>
              <a:t> to generate a structured research report.”</a:t>
            </a:r>
          </a:p>
        </p:txBody>
      </p:sp>
      <p:pic>
        <p:nvPicPr>
          <p:cNvPr id="11" name="Picture 10">
            <a:extLst>
              <a:ext uri="{FF2B5EF4-FFF2-40B4-BE49-F238E27FC236}">
                <a16:creationId xmlns:a16="http://schemas.microsoft.com/office/drawing/2014/main" id="{9FE2FC87-8326-EF73-B13F-80DC1E585A11}"/>
              </a:ext>
            </a:extLst>
          </p:cNvPr>
          <p:cNvPicPr>
            <a:picLocks noChangeAspect="1"/>
          </p:cNvPicPr>
          <p:nvPr/>
        </p:nvPicPr>
        <p:blipFill>
          <a:blip r:embed="rId4"/>
          <a:stretch>
            <a:fillRect/>
          </a:stretch>
        </p:blipFill>
        <p:spPr>
          <a:xfrm>
            <a:off x="0" y="10659"/>
            <a:ext cx="2819400" cy="9318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a:off x="2657579" y="457320"/>
            <a:ext cx="12972843" cy="9337230"/>
            <a:chOff x="0" y="-76200"/>
            <a:chExt cx="3416716" cy="1482472"/>
          </a:xfrm>
        </p:grpSpPr>
        <p:sp>
          <p:nvSpPr>
            <p:cNvPr id="4" name="Freeform 4"/>
            <p:cNvSpPr/>
            <p:nvPr/>
          </p:nvSpPr>
          <p:spPr>
            <a:xfrm>
              <a:off x="0" y="0"/>
              <a:ext cx="3416716" cy="1406272"/>
            </a:xfrm>
            <a:custGeom>
              <a:avLst/>
              <a:gdLst/>
              <a:ahLst/>
              <a:cxnLst/>
              <a:rect l="l" t="t" r="r" b="b"/>
              <a:pathLst>
                <a:path w="3416716" h="1406272">
                  <a:moveTo>
                    <a:pt x="0" y="0"/>
                  </a:moveTo>
                  <a:lnTo>
                    <a:pt x="3416716" y="0"/>
                  </a:lnTo>
                  <a:lnTo>
                    <a:pt x="3416716" y="1406272"/>
                  </a:lnTo>
                  <a:lnTo>
                    <a:pt x="0" y="1406272"/>
                  </a:lnTo>
                  <a:close/>
                </a:path>
              </a:pathLst>
            </a:custGeom>
            <a:gradFill rotWithShape="1">
              <a:gsLst>
                <a:gs pos="0">
                  <a:srgbClr val="03295A">
                    <a:alpha val="62000"/>
                  </a:srgbClr>
                </a:gs>
                <a:gs pos="100000">
                  <a:srgbClr val="041468">
                    <a:alpha val="74500"/>
                  </a:srgbClr>
                </a:gs>
              </a:gsLst>
              <a:lin ang="0"/>
            </a:gradFill>
            <a:ln w="38100" cap="sq">
              <a:gradFill>
                <a:gsLst>
                  <a:gs pos="0">
                    <a:srgbClr val="10A5FF">
                      <a:alpha val="100000"/>
                    </a:srgbClr>
                  </a:gs>
                  <a:gs pos="100000">
                    <a:srgbClr val="041E4E">
                      <a:alpha val="100000"/>
                    </a:srgbClr>
                  </a:gs>
                </a:gsLst>
                <a:lin ang="2700000"/>
              </a:gradFill>
              <a:prstDash val="solid"/>
              <a:miter/>
            </a:ln>
          </p:spPr>
          <p:txBody>
            <a:bodyPr/>
            <a:lstStyle/>
            <a:p>
              <a:endParaRPr lang="en-IN" dirty="0"/>
            </a:p>
          </p:txBody>
        </p:sp>
        <p:sp>
          <p:nvSpPr>
            <p:cNvPr id="5" name="TextBox 5"/>
            <p:cNvSpPr txBox="1"/>
            <p:nvPr/>
          </p:nvSpPr>
          <p:spPr>
            <a:xfrm>
              <a:off x="0" y="-76200"/>
              <a:ext cx="3416716" cy="1482472"/>
            </a:xfrm>
            <a:prstGeom prst="rect">
              <a:avLst/>
            </a:prstGeom>
          </p:spPr>
          <p:txBody>
            <a:bodyPr lIns="50800" tIns="50800" rIns="50800" bIns="50800" rtlCol="0" anchor="ctr"/>
            <a:lstStyle/>
            <a:p>
              <a:pPr algn="ctr">
                <a:lnSpc>
                  <a:spcPts val="2800"/>
                </a:lnSpc>
              </a:pPr>
              <a:endParaRPr/>
            </a:p>
          </p:txBody>
        </p:sp>
      </p:grpSp>
      <p:sp>
        <p:nvSpPr>
          <p:cNvPr id="6" name="TextBox 6"/>
          <p:cNvSpPr txBox="1"/>
          <p:nvPr/>
        </p:nvSpPr>
        <p:spPr>
          <a:xfrm>
            <a:off x="4250868" y="1072700"/>
            <a:ext cx="9786261" cy="965392"/>
          </a:xfrm>
          <a:prstGeom prst="rect">
            <a:avLst/>
          </a:prstGeom>
        </p:spPr>
        <p:txBody>
          <a:bodyPr wrap="square" lIns="0" tIns="0" rIns="0" bIns="0" rtlCol="0" anchor="t">
            <a:spAutoFit/>
          </a:bodyPr>
          <a:lstStyle/>
          <a:p>
            <a:pPr algn="ctr">
              <a:lnSpc>
                <a:spcPts val="7894"/>
              </a:lnSpc>
            </a:pPr>
            <a:r>
              <a:rPr lang="en-US" sz="6072" dirty="0">
                <a:solidFill>
                  <a:srgbClr val="FFFFFF"/>
                </a:solidFill>
                <a:latin typeface="Telegraf"/>
                <a:ea typeface="Telegraf"/>
                <a:cs typeface="Telegraf"/>
                <a:sym typeface="Telegraf"/>
              </a:rPr>
              <a:t>Project Introduction</a:t>
            </a:r>
          </a:p>
        </p:txBody>
      </p:sp>
      <p:sp>
        <p:nvSpPr>
          <p:cNvPr id="7" name="TextBox 7"/>
          <p:cNvSpPr txBox="1"/>
          <p:nvPr/>
        </p:nvSpPr>
        <p:spPr>
          <a:xfrm>
            <a:off x="2819398" y="2283702"/>
            <a:ext cx="12649200" cy="7267695"/>
          </a:xfrm>
          <a:prstGeom prst="rect">
            <a:avLst/>
          </a:prstGeom>
        </p:spPr>
        <p:txBody>
          <a:bodyPr wrap="square" lIns="0" tIns="0" rIns="0" bIns="0" rtlCol="0" anchor="t">
            <a:spAutoFit/>
          </a:bodyPr>
          <a:lstStyle/>
          <a:p>
            <a:pPr marL="0" lvl="0" indent="0">
              <a:lnSpc>
                <a:spcPts val="3023"/>
              </a:lnSpc>
            </a:pPr>
            <a:r>
              <a:rPr lang="en-US" sz="2000" b="1" u="none" strike="noStrike" spc="90" dirty="0">
                <a:solidFill>
                  <a:srgbClr val="FFFFFF"/>
                </a:solidFill>
                <a:latin typeface="Telegraf"/>
                <a:ea typeface="Telegraf"/>
                <a:cs typeface="Telegraf"/>
                <a:sym typeface="Telegraf"/>
              </a:rPr>
              <a:t>Traditional news research requires users to:</a:t>
            </a:r>
          </a:p>
          <a:p>
            <a:pPr marL="342900" lvl="0" indent="-342900">
              <a:lnSpc>
                <a:spcPts val="3023"/>
              </a:lnSpc>
              <a:buFont typeface="Arial" panose="020B0604020202020204" pitchFamily="34" charset="0"/>
              <a:buChar char="•"/>
            </a:pPr>
            <a:r>
              <a:rPr lang="en-US" sz="2000" spc="90" dirty="0">
                <a:solidFill>
                  <a:srgbClr val="FFFFFF"/>
                </a:solidFill>
                <a:latin typeface="Telegraf"/>
                <a:ea typeface="Telegraf"/>
                <a:cs typeface="Telegraf"/>
                <a:sym typeface="Telegraf"/>
              </a:rPr>
              <a:t>Search multiple websites</a:t>
            </a:r>
          </a:p>
          <a:p>
            <a:pPr marL="342900" lvl="0" indent="-342900">
              <a:lnSpc>
                <a:spcPts val="3023"/>
              </a:lnSpc>
              <a:buFont typeface="Arial" panose="020B0604020202020204" pitchFamily="34" charset="0"/>
              <a:buChar char="•"/>
            </a:pPr>
            <a:r>
              <a:rPr lang="en-US" sz="2000" u="none" strike="noStrike" spc="90" dirty="0">
                <a:solidFill>
                  <a:srgbClr val="FFFFFF"/>
                </a:solidFill>
                <a:latin typeface="Telegraf"/>
                <a:ea typeface="Telegraf"/>
                <a:cs typeface="Telegraf"/>
                <a:sym typeface="Telegraf"/>
              </a:rPr>
              <a:t>Read many articles</a:t>
            </a:r>
          </a:p>
          <a:p>
            <a:pPr marL="342900" lvl="0" indent="-342900">
              <a:lnSpc>
                <a:spcPts val="3023"/>
              </a:lnSpc>
              <a:buFont typeface="Arial" panose="020B0604020202020204" pitchFamily="34" charset="0"/>
              <a:buChar char="•"/>
            </a:pPr>
            <a:r>
              <a:rPr lang="en-US" sz="2000" spc="90" dirty="0">
                <a:solidFill>
                  <a:srgbClr val="FFFFFF"/>
                </a:solidFill>
                <a:latin typeface="Telegraf"/>
                <a:ea typeface="Telegraf"/>
                <a:cs typeface="Telegraf"/>
                <a:sym typeface="Telegraf"/>
              </a:rPr>
              <a:t>Compare information manually</a:t>
            </a:r>
          </a:p>
          <a:p>
            <a:pPr marL="342900" lvl="0" indent="-342900">
              <a:lnSpc>
                <a:spcPts val="3023"/>
              </a:lnSpc>
              <a:buFont typeface="Arial" panose="020B0604020202020204" pitchFamily="34" charset="0"/>
              <a:buChar char="•"/>
            </a:pPr>
            <a:r>
              <a:rPr lang="en-US" sz="2000" u="none" strike="noStrike" spc="90" dirty="0">
                <a:solidFill>
                  <a:srgbClr val="FFFFFF"/>
                </a:solidFill>
                <a:latin typeface="Telegraf"/>
                <a:ea typeface="Telegraf"/>
                <a:cs typeface="Telegraf"/>
                <a:sym typeface="Telegraf"/>
              </a:rPr>
              <a:t>Identify important developments</a:t>
            </a:r>
          </a:p>
          <a:p>
            <a:pPr marL="342900" lvl="0" indent="-342900">
              <a:lnSpc>
                <a:spcPts val="3023"/>
              </a:lnSpc>
              <a:buFont typeface="Arial" panose="020B0604020202020204" pitchFamily="34" charset="0"/>
              <a:buChar char="•"/>
            </a:pPr>
            <a:r>
              <a:rPr lang="en-US" sz="2000" spc="90" dirty="0">
                <a:solidFill>
                  <a:srgbClr val="FFFFFF"/>
                </a:solidFill>
                <a:latin typeface="Telegraf"/>
                <a:ea typeface="Telegraf"/>
                <a:cs typeface="Telegraf"/>
                <a:sym typeface="Telegraf"/>
              </a:rPr>
              <a:t>Summarize information themselves</a:t>
            </a:r>
          </a:p>
          <a:p>
            <a:pPr lvl="0">
              <a:lnSpc>
                <a:spcPts val="3023"/>
              </a:lnSpc>
            </a:pPr>
            <a:r>
              <a:rPr lang="en-US" sz="2000" u="none" strike="noStrike" spc="90" dirty="0">
                <a:solidFill>
                  <a:srgbClr val="FFFFFF"/>
                </a:solidFill>
                <a:latin typeface="Telegraf"/>
                <a:ea typeface="Telegraf"/>
                <a:cs typeface="Telegraf"/>
                <a:sym typeface="Telegraf"/>
              </a:rPr>
              <a:t>Our Solution:</a:t>
            </a:r>
          </a:p>
          <a:p>
            <a:pPr lvl="0">
              <a:lnSpc>
                <a:spcPts val="3023"/>
              </a:lnSpc>
            </a:pPr>
            <a:r>
              <a:rPr lang="en-US" sz="2000" spc="90" dirty="0">
                <a:solidFill>
                  <a:srgbClr val="FFFFFF"/>
                </a:solidFill>
                <a:latin typeface="Telegraf"/>
                <a:ea typeface="Telegraf"/>
                <a:cs typeface="Telegraf"/>
                <a:sym typeface="Telegraf"/>
              </a:rPr>
              <a:t>The AI News Research Tool automates this process:</a:t>
            </a:r>
          </a:p>
          <a:p>
            <a:pPr lvl="0">
              <a:lnSpc>
                <a:spcPts val="3023"/>
              </a:lnSpc>
            </a:pPr>
            <a:r>
              <a:rPr lang="en-US" sz="1600" spc="90" dirty="0">
                <a:solidFill>
                  <a:srgbClr val="FFFFFF"/>
                </a:solidFill>
                <a:latin typeface="Telegraf"/>
                <a:ea typeface="Telegraf"/>
                <a:cs typeface="Telegraf"/>
                <a:sym typeface="Telegraf"/>
              </a:rPr>
              <a:t>Natural Language Question</a:t>
            </a:r>
          </a:p>
          <a:p>
            <a:pPr lvl="0">
              <a:lnSpc>
                <a:spcPts val="3023"/>
              </a:lnSpc>
            </a:pPr>
            <a:endParaRPr lang="en-US" sz="1600" spc="90" dirty="0">
              <a:solidFill>
                <a:srgbClr val="FFFFFF"/>
              </a:solidFill>
              <a:latin typeface="Telegraf"/>
              <a:ea typeface="Telegraf"/>
              <a:cs typeface="Telegraf"/>
              <a:sym typeface="Telegraf"/>
            </a:endParaRPr>
          </a:p>
          <a:p>
            <a:pPr lvl="0">
              <a:lnSpc>
                <a:spcPts val="3023"/>
              </a:lnSpc>
            </a:pPr>
            <a:r>
              <a:rPr lang="en-US" sz="1600" spc="90" dirty="0">
                <a:solidFill>
                  <a:srgbClr val="FFFFFF"/>
                </a:solidFill>
                <a:latin typeface="Telegraf"/>
                <a:ea typeface="Telegraf"/>
                <a:cs typeface="Telegraf"/>
                <a:sym typeface="Telegraf"/>
              </a:rPr>
              <a:t>Query Understanding</a:t>
            </a:r>
          </a:p>
          <a:p>
            <a:pPr lvl="0">
              <a:lnSpc>
                <a:spcPts val="3023"/>
              </a:lnSpc>
            </a:pPr>
            <a:endParaRPr lang="en-US" sz="1600" spc="90" dirty="0">
              <a:solidFill>
                <a:srgbClr val="FFFFFF"/>
              </a:solidFill>
              <a:latin typeface="Telegraf"/>
              <a:ea typeface="Telegraf"/>
              <a:cs typeface="Telegraf"/>
              <a:sym typeface="Telegraf"/>
            </a:endParaRPr>
          </a:p>
          <a:p>
            <a:pPr lvl="0">
              <a:lnSpc>
                <a:spcPts val="3023"/>
              </a:lnSpc>
            </a:pPr>
            <a:r>
              <a:rPr lang="en-US" sz="1600" spc="90" dirty="0">
                <a:solidFill>
                  <a:srgbClr val="FFFFFF"/>
                </a:solidFill>
                <a:latin typeface="Telegraf"/>
                <a:ea typeface="Telegraf"/>
                <a:cs typeface="Telegraf"/>
                <a:sym typeface="Telegraf"/>
              </a:rPr>
              <a:t>News Search</a:t>
            </a:r>
          </a:p>
          <a:p>
            <a:pPr lvl="0">
              <a:lnSpc>
                <a:spcPts val="3023"/>
              </a:lnSpc>
            </a:pPr>
            <a:endParaRPr lang="en-US" sz="1600" spc="90" dirty="0">
              <a:solidFill>
                <a:srgbClr val="FFFFFF"/>
              </a:solidFill>
              <a:latin typeface="Telegraf"/>
              <a:ea typeface="Telegraf"/>
              <a:cs typeface="Telegraf"/>
              <a:sym typeface="Telegraf"/>
            </a:endParaRPr>
          </a:p>
          <a:p>
            <a:pPr lvl="0">
              <a:lnSpc>
                <a:spcPts val="3023"/>
              </a:lnSpc>
            </a:pPr>
            <a:r>
              <a:rPr lang="en-US" sz="1600" spc="90" dirty="0">
                <a:solidFill>
                  <a:srgbClr val="FFFFFF"/>
                </a:solidFill>
                <a:latin typeface="Telegraf"/>
                <a:ea typeface="Telegraf"/>
                <a:cs typeface="Telegraf"/>
                <a:sym typeface="Telegraf"/>
              </a:rPr>
              <a:t>Article Processing</a:t>
            </a:r>
          </a:p>
          <a:p>
            <a:pPr lvl="0">
              <a:lnSpc>
                <a:spcPts val="3023"/>
              </a:lnSpc>
            </a:pPr>
            <a:endParaRPr lang="en-US" sz="1600" spc="90" dirty="0">
              <a:solidFill>
                <a:srgbClr val="FFFFFF"/>
              </a:solidFill>
              <a:latin typeface="Telegraf"/>
              <a:ea typeface="Telegraf"/>
              <a:cs typeface="Telegraf"/>
              <a:sym typeface="Telegraf"/>
            </a:endParaRPr>
          </a:p>
          <a:p>
            <a:pPr lvl="0">
              <a:lnSpc>
                <a:spcPts val="3023"/>
              </a:lnSpc>
            </a:pPr>
            <a:r>
              <a:rPr lang="en-US" sz="1600" spc="90" dirty="0">
                <a:solidFill>
                  <a:srgbClr val="FFFFFF"/>
                </a:solidFill>
                <a:latin typeface="Telegraf"/>
                <a:ea typeface="Telegraf"/>
                <a:cs typeface="Telegraf"/>
                <a:sym typeface="Telegraf"/>
              </a:rPr>
              <a:t>AI Research</a:t>
            </a:r>
          </a:p>
          <a:p>
            <a:pPr lvl="0">
              <a:lnSpc>
                <a:spcPts val="3023"/>
              </a:lnSpc>
            </a:pPr>
            <a:endParaRPr lang="en-US" sz="1600" spc="90" dirty="0">
              <a:solidFill>
                <a:srgbClr val="FFFFFF"/>
              </a:solidFill>
              <a:latin typeface="Telegraf"/>
              <a:ea typeface="Telegraf"/>
              <a:cs typeface="Telegraf"/>
              <a:sym typeface="Telegraf"/>
            </a:endParaRPr>
          </a:p>
          <a:p>
            <a:pPr lvl="0">
              <a:lnSpc>
                <a:spcPts val="3023"/>
              </a:lnSpc>
            </a:pPr>
            <a:r>
              <a:rPr lang="en-US" sz="1600" spc="90" dirty="0">
                <a:solidFill>
                  <a:srgbClr val="FFFFFF"/>
                </a:solidFill>
                <a:latin typeface="Telegraf"/>
                <a:ea typeface="Telegraf"/>
                <a:cs typeface="Telegraf"/>
                <a:sym typeface="Telegraf"/>
              </a:rPr>
              <a:t>Structured Report</a:t>
            </a:r>
            <a:endParaRPr lang="en-US" sz="1600" u="none" strike="noStrike" spc="90" dirty="0">
              <a:solidFill>
                <a:srgbClr val="FFFFFF"/>
              </a:solidFill>
              <a:latin typeface="Telegraf"/>
              <a:ea typeface="Telegraf"/>
              <a:cs typeface="Telegraf"/>
              <a:sym typeface="Telegraf"/>
            </a:endParaRPr>
          </a:p>
        </p:txBody>
      </p:sp>
      <p:pic>
        <p:nvPicPr>
          <p:cNvPr id="9" name="Picture 8">
            <a:extLst>
              <a:ext uri="{FF2B5EF4-FFF2-40B4-BE49-F238E27FC236}">
                <a16:creationId xmlns:a16="http://schemas.microsoft.com/office/drawing/2014/main" id="{68F856CB-2BE5-F2FC-8C7E-4FB25FA81216}"/>
              </a:ext>
            </a:extLst>
          </p:cNvPr>
          <p:cNvPicPr>
            <a:picLocks noChangeAspect="1"/>
          </p:cNvPicPr>
          <p:nvPr/>
        </p:nvPicPr>
        <p:blipFill>
          <a:blip r:embed="rId3"/>
          <a:stretch>
            <a:fillRect/>
          </a:stretch>
        </p:blipFill>
        <p:spPr>
          <a:xfrm>
            <a:off x="0" y="10659"/>
            <a:ext cx="2819400" cy="931819"/>
          </a:xfrm>
          <a:prstGeom prst="rect">
            <a:avLst/>
          </a:prstGeom>
        </p:spPr>
      </p:pic>
      <p:sp>
        <p:nvSpPr>
          <p:cNvPr id="10" name="Arrow: Down 9">
            <a:extLst>
              <a:ext uri="{FF2B5EF4-FFF2-40B4-BE49-F238E27FC236}">
                <a16:creationId xmlns:a16="http://schemas.microsoft.com/office/drawing/2014/main" id="{75005E61-B004-F268-54D6-AB004B62EB31}"/>
              </a:ext>
            </a:extLst>
          </p:cNvPr>
          <p:cNvSpPr/>
          <p:nvPr/>
        </p:nvSpPr>
        <p:spPr>
          <a:xfrm>
            <a:off x="4648200" y="6057901"/>
            <a:ext cx="381000"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Down 11">
            <a:extLst>
              <a:ext uri="{FF2B5EF4-FFF2-40B4-BE49-F238E27FC236}">
                <a16:creationId xmlns:a16="http://schemas.microsoft.com/office/drawing/2014/main" id="{990BF8E5-05F6-D00F-2E4D-6243B99C6D4A}"/>
              </a:ext>
            </a:extLst>
          </p:cNvPr>
          <p:cNvSpPr/>
          <p:nvPr/>
        </p:nvSpPr>
        <p:spPr>
          <a:xfrm>
            <a:off x="4648200" y="6826287"/>
            <a:ext cx="381000"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Down 13">
            <a:extLst>
              <a:ext uri="{FF2B5EF4-FFF2-40B4-BE49-F238E27FC236}">
                <a16:creationId xmlns:a16="http://schemas.microsoft.com/office/drawing/2014/main" id="{6A2D1416-A3DA-0F47-1940-732C98467472}"/>
              </a:ext>
            </a:extLst>
          </p:cNvPr>
          <p:cNvSpPr/>
          <p:nvPr/>
        </p:nvSpPr>
        <p:spPr>
          <a:xfrm>
            <a:off x="4648200" y="7591238"/>
            <a:ext cx="381000"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Down 15">
            <a:extLst>
              <a:ext uri="{FF2B5EF4-FFF2-40B4-BE49-F238E27FC236}">
                <a16:creationId xmlns:a16="http://schemas.microsoft.com/office/drawing/2014/main" id="{BBEB5398-D90E-3D4D-7310-4D75F8D6E28F}"/>
              </a:ext>
            </a:extLst>
          </p:cNvPr>
          <p:cNvSpPr/>
          <p:nvPr/>
        </p:nvSpPr>
        <p:spPr>
          <a:xfrm>
            <a:off x="4648200" y="8356189"/>
            <a:ext cx="381000"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Down 17">
            <a:extLst>
              <a:ext uri="{FF2B5EF4-FFF2-40B4-BE49-F238E27FC236}">
                <a16:creationId xmlns:a16="http://schemas.microsoft.com/office/drawing/2014/main" id="{0BBFC445-B449-703E-360B-6155EF85CAD1}"/>
              </a:ext>
            </a:extLst>
          </p:cNvPr>
          <p:cNvSpPr/>
          <p:nvPr/>
        </p:nvSpPr>
        <p:spPr>
          <a:xfrm>
            <a:off x="4648200" y="9121140"/>
            <a:ext cx="381000"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642423FC-0C3C-D677-59B0-74C88BC5FC45}"/>
              </a:ext>
            </a:extLst>
          </p:cNvPr>
          <p:cNvSpPr/>
          <p:nvPr/>
        </p:nvSpPr>
        <p:spPr>
          <a:xfrm>
            <a:off x="10668000" y="2283702"/>
            <a:ext cx="4800598" cy="72676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latin typeface="Telegraf" panose="020B0604020202020204" charset="0"/>
              </a:rPr>
              <a:t>“The main purpose of this project is to reduce the manual effort involved in researching current news. Instead of searching multiple websites manually, users can enter a natural-language question and receive a structured research report with source articles.”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4375865" y="1917083"/>
            <a:ext cx="9536271" cy="916085"/>
          </a:xfrm>
          <a:prstGeom prst="rect">
            <a:avLst/>
          </a:prstGeom>
        </p:spPr>
        <p:txBody>
          <a:bodyPr lIns="0" tIns="0" rIns="0" bIns="0" rtlCol="0" anchor="t">
            <a:spAutoFit/>
          </a:bodyPr>
          <a:lstStyle/>
          <a:p>
            <a:pPr algn="ctr">
              <a:lnSpc>
                <a:spcPts val="7478"/>
              </a:lnSpc>
            </a:pPr>
            <a:r>
              <a:rPr lang="en-US" sz="5753" dirty="0">
                <a:solidFill>
                  <a:srgbClr val="FFFFFF"/>
                </a:solidFill>
                <a:latin typeface="Telegraf"/>
                <a:ea typeface="Telegraf"/>
                <a:cs typeface="Telegraf"/>
                <a:sym typeface="Telegraf"/>
              </a:rPr>
              <a:t>Problem Statement</a:t>
            </a:r>
          </a:p>
        </p:txBody>
      </p:sp>
      <p:grpSp>
        <p:nvGrpSpPr>
          <p:cNvPr id="4" name="Group 4"/>
          <p:cNvGrpSpPr/>
          <p:nvPr/>
        </p:nvGrpSpPr>
        <p:grpSpPr>
          <a:xfrm>
            <a:off x="12354410" y="3670993"/>
            <a:ext cx="4904890" cy="3015359"/>
            <a:chOff x="0" y="0"/>
            <a:chExt cx="1663179" cy="1022465"/>
          </a:xfrm>
        </p:grpSpPr>
        <p:sp>
          <p:nvSpPr>
            <p:cNvPr id="5" name="Freeform 5"/>
            <p:cNvSpPr/>
            <p:nvPr/>
          </p:nvSpPr>
          <p:spPr>
            <a:xfrm>
              <a:off x="0" y="0"/>
              <a:ext cx="1663179" cy="1022465"/>
            </a:xfrm>
            <a:custGeom>
              <a:avLst/>
              <a:gdLst/>
              <a:ahLst/>
              <a:cxnLst/>
              <a:rect l="l" t="t" r="r" b="b"/>
              <a:pathLst>
                <a:path w="1663179" h="1022465">
                  <a:moveTo>
                    <a:pt x="22098" y="0"/>
                  </a:moveTo>
                  <a:lnTo>
                    <a:pt x="1641081" y="0"/>
                  </a:lnTo>
                  <a:cubicBezTo>
                    <a:pt x="1646942" y="0"/>
                    <a:pt x="1652562" y="2328"/>
                    <a:pt x="1656706" y="6472"/>
                  </a:cubicBezTo>
                  <a:cubicBezTo>
                    <a:pt x="1660851" y="10616"/>
                    <a:pt x="1663179" y="16237"/>
                    <a:pt x="1663179" y="22098"/>
                  </a:cubicBezTo>
                  <a:lnTo>
                    <a:pt x="1663179" y="1000368"/>
                  </a:lnTo>
                  <a:cubicBezTo>
                    <a:pt x="1663179" y="1012572"/>
                    <a:pt x="1653285" y="1022465"/>
                    <a:pt x="1641081" y="1022465"/>
                  </a:cubicBezTo>
                  <a:lnTo>
                    <a:pt x="22098" y="1022465"/>
                  </a:lnTo>
                  <a:cubicBezTo>
                    <a:pt x="9893" y="1022465"/>
                    <a:pt x="0" y="1012572"/>
                    <a:pt x="0" y="1000368"/>
                  </a:cubicBezTo>
                  <a:lnTo>
                    <a:pt x="0" y="22098"/>
                  </a:lnTo>
                  <a:cubicBezTo>
                    <a:pt x="0" y="9893"/>
                    <a:pt x="9893" y="0"/>
                    <a:pt x="22098" y="0"/>
                  </a:cubicBezTo>
                  <a:close/>
                </a:path>
              </a:pathLst>
            </a:custGeom>
            <a:blipFill>
              <a:blip r:embed="rId3"/>
              <a:stretch>
                <a:fillRect t="-4221" b="-4221"/>
              </a:stretch>
            </a:blipFill>
            <a:ln cap="sq">
              <a:noFill/>
              <a:prstDash val="solid"/>
              <a:miter/>
            </a:ln>
          </p:spPr>
        </p:sp>
      </p:grpSp>
      <p:grpSp>
        <p:nvGrpSpPr>
          <p:cNvPr id="6" name="Group 6"/>
          <p:cNvGrpSpPr/>
          <p:nvPr/>
        </p:nvGrpSpPr>
        <p:grpSpPr>
          <a:xfrm>
            <a:off x="6711949" y="3670993"/>
            <a:ext cx="4904890" cy="3015359"/>
            <a:chOff x="0" y="0"/>
            <a:chExt cx="1663179" cy="1022465"/>
          </a:xfrm>
        </p:grpSpPr>
        <p:sp>
          <p:nvSpPr>
            <p:cNvPr id="7" name="Freeform 7"/>
            <p:cNvSpPr/>
            <p:nvPr/>
          </p:nvSpPr>
          <p:spPr>
            <a:xfrm>
              <a:off x="0" y="0"/>
              <a:ext cx="1663179" cy="1022465"/>
            </a:xfrm>
            <a:custGeom>
              <a:avLst/>
              <a:gdLst/>
              <a:ahLst/>
              <a:cxnLst/>
              <a:rect l="l" t="t" r="r" b="b"/>
              <a:pathLst>
                <a:path w="1663179" h="1022465">
                  <a:moveTo>
                    <a:pt x="22098" y="0"/>
                  </a:moveTo>
                  <a:lnTo>
                    <a:pt x="1641081" y="0"/>
                  </a:lnTo>
                  <a:cubicBezTo>
                    <a:pt x="1646942" y="0"/>
                    <a:pt x="1652562" y="2328"/>
                    <a:pt x="1656706" y="6472"/>
                  </a:cubicBezTo>
                  <a:cubicBezTo>
                    <a:pt x="1660851" y="10616"/>
                    <a:pt x="1663179" y="16237"/>
                    <a:pt x="1663179" y="22098"/>
                  </a:cubicBezTo>
                  <a:lnTo>
                    <a:pt x="1663179" y="1000368"/>
                  </a:lnTo>
                  <a:cubicBezTo>
                    <a:pt x="1663179" y="1012572"/>
                    <a:pt x="1653285" y="1022465"/>
                    <a:pt x="1641081" y="1022465"/>
                  </a:cubicBezTo>
                  <a:lnTo>
                    <a:pt x="22098" y="1022465"/>
                  </a:lnTo>
                  <a:cubicBezTo>
                    <a:pt x="9893" y="1022465"/>
                    <a:pt x="0" y="1012572"/>
                    <a:pt x="0" y="1000368"/>
                  </a:cubicBezTo>
                  <a:lnTo>
                    <a:pt x="0" y="22098"/>
                  </a:lnTo>
                  <a:cubicBezTo>
                    <a:pt x="0" y="9893"/>
                    <a:pt x="9893" y="0"/>
                    <a:pt x="22098" y="0"/>
                  </a:cubicBezTo>
                  <a:close/>
                </a:path>
              </a:pathLst>
            </a:custGeom>
            <a:blipFill>
              <a:blip r:embed="rId4"/>
              <a:stretch>
                <a:fillRect t="-10998" b="-10998"/>
              </a:stretch>
            </a:blipFill>
            <a:ln cap="sq">
              <a:noFill/>
              <a:prstDash val="solid"/>
              <a:miter/>
            </a:ln>
          </p:spPr>
        </p:sp>
      </p:grpSp>
      <p:grpSp>
        <p:nvGrpSpPr>
          <p:cNvPr id="8" name="Group 8"/>
          <p:cNvGrpSpPr/>
          <p:nvPr/>
        </p:nvGrpSpPr>
        <p:grpSpPr>
          <a:xfrm>
            <a:off x="1064963" y="3670993"/>
            <a:ext cx="4904890" cy="3015359"/>
            <a:chOff x="0" y="0"/>
            <a:chExt cx="1663179" cy="1022465"/>
          </a:xfrm>
        </p:grpSpPr>
        <p:sp>
          <p:nvSpPr>
            <p:cNvPr id="9" name="Freeform 9"/>
            <p:cNvSpPr/>
            <p:nvPr/>
          </p:nvSpPr>
          <p:spPr>
            <a:xfrm>
              <a:off x="0" y="0"/>
              <a:ext cx="1663179" cy="1022465"/>
            </a:xfrm>
            <a:custGeom>
              <a:avLst/>
              <a:gdLst/>
              <a:ahLst/>
              <a:cxnLst/>
              <a:rect l="l" t="t" r="r" b="b"/>
              <a:pathLst>
                <a:path w="1663179" h="1022465">
                  <a:moveTo>
                    <a:pt x="22098" y="0"/>
                  </a:moveTo>
                  <a:lnTo>
                    <a:pt x="1641081" y="0"/>
                  </a:lnTo>
                  <a:cubicBezTo>
                    <a:pt x="1646942" y="0"/>
                    <a:pt x="1652562" y="2328"/>
                    <a:pt x="1656706" y="6472"/>
                  </a:cubicBezTo>
                  <a:cubicBezTo>
                    <a:pt x="1660851" y="10616"/>
                    <a:pt x="1663179" y="16237"/>
                    <a:pt x="1663179" y="22098"/>
                  </a:cubicBezTo>
                  <a:lnTo>
                    <a:pt x="1663179" y="1000368"/>
                  </a:lnTo>
                  <a:cubicBezTo>
                    <a:pt x="1663179" y="1012572"/>
                    <a:pt x="1653285" y="1022465"/>
                    <a:pt x="1641081" y="1022465"/>
                  </a:cubicBezTo>
                  <a:lnTo>
                    <a:pt x="22098" y="1022465"/>
                  </a:lnTo>
                  <a:cubicBezTo>
                    <a:pt x="9893" y="1022465"/>
                    <a:pt x="0" y="1012572"/>
                    <a:pt x="0" y="1000368"/>
                  </a:cubicBezTo>
                  <a:lnTo>
                    <a:pt x="0" y="22098"/>
                  </a:lnTo>
                  <a:cubicBezTo>
                    <a:pt x="0" y="9893"/>
                    <a:pt x="9893" y="0"/>
                    <a:pt x="22098" y="0"/>
                  </a:cubicBezTo>
                  <a:close/>
                </a:path>
              </a:pathLst>
            </a:custGeom>
            <a:blipFill>
              <a:blip r:embed="rId5"/>
              <a:stretch>
                <a:fillRect t="-4221" b="-4221"/>
              </a:stretch>
            </a:blipFill>
            <a:ln cap="sq">
              <a:noFill/>
              <a:prstDash val="solid"/>
              <a:miter/>
            </a:ln>
          </p:spPr>
        </p:sp>
      </p:grpSp>
      <p:grpSp>
        <p:nvGrpSpPr>
          <p:cNvPr id="10" name="Group 10"/>
          <p:cNvGrpSpPr/>
          <p:nvPr/>
        </p:nvGrpSpPr>
        <p:grpSpPr>
          <a:xfrm>
            <a:off x="12595987" y="6386464"/>
            <a:ext cx="4421737" cy="3610454"/>
            <a:chOff x="0" y="0"/>
            <a:chExt cx="1076227" cy="520368"/>
          </a:xfrm>
        </p:grpSpPr>
        <p:sp>
          <p:nvSpPr>
            <p:cNvPr id="11" name="Freeform 11"/>
            <p:cNvSpPr/>
            <p:nvPr/>
          </p:nvSpPr>
          <p:spPr>
            <a:xfrm>
              <a:off x="0" y="0"/>
              <a:ext cx="1076227" cy="520368"/>
            </a:xfrm>
            <a:custGeom>
              <a:avLst/>
              <a:gdLst/>
              <a:ahLst/>
              <a:cxnLst/>
              <a:rect l="l" t="t" r="r" b="b"/>
              <a:pathLst>
                <a:path w="1076227" h="520368">
                  <a:moveTo>
                    <a:pt x="24512" y="0"/>
                  </a:moveTo>
                  <a:lnTo>
                    <a:pt x="1051715" y="0"/>
                  </a:lnTo>
                  <a:cubicBezTo>
                    <a:pt x="1065252" y="0"/>
                    <a:pt x="1076227" y="10975"/>
                    <a:pt x="1076227" y="24512"/>
                  </a:cubicBezTo>
                  <a:lnTo>
                    <a:pt x="1076227" y="495856"/>
                  </a:lnTo>
                  <a:cubicBezTo>
                    <a:pt x="1076227" y="509393"/>
                    <a:pt x="1065252" y="520368"/>
                    <a:pt x="1051715" y="520368"/>
                  </a:cubicBezTo>
                  <a:lnTo>
                    <a:pt x="24512" y="520368"/>
                  </a:lnTo>
                  <a:cubicBezTo>
                    <a:pt x="10975" y="520368"/>
                    <a:pt x="0" y="509393"/>
                    <a:pt x="0" y="495856"/>
                  </a:cubicBezTo>
                  <a:lnTo>
                    <a:pt x="0" y="24512"/>
                  </a:lnTo>
                  <a:cubicBezTo>
                    <a:pt x="0" y="10975"/>
                    <a:pt x="10975" y="0"/>
                    <a:pt x="24512" y="0"/>
                  </a:cubicBezTo>
                  <a:close/>
                </a:path>
              </a:pathLst>
            </a:custGeom>
            <a:gradFill rotWithShape="1">
              <a:gsLst>
                <a:gs pos="0">
                  <a:srgbClr val="03295A">
                    <a:alpha val="62000"/>
                  </a:srgbClr>
                </a:gs>
                <a:gs pos="100000">
                  <a:srgbClr val="041468">
                    <a:alpha val="74500"/>
                  </a:srgbClr>
                </a:gs>
              </a:gsLst>
              <a:lin ang="0"/>
            </a:gradFill>
            <a:ln w="38100" cap="sq">
              <a:gradFill>
                <a:gsLst>
                  <a:gs pos="0">
                    <a:srgbClr val="10A5FF">
                      <a:alpha val="100000"/>
                    </a:srgbClr>
                  </a:gs>
                  <a:gs pos="100000">
                    <a:srgbClr val="041E4E">
                      <a:alpha val="100000"/>
                    </a:srgbClr>
                  </a:gs>
                </a:gsLst>
                <a:lin ang="2700000"/>
              </a:gradFill>
              <a:prstDash val="solid"/>
              <a:miter/>
            </a:ln>
          </p:spPr>
          <p:txBody>
            <a:bodyPr/>
            <a:lstStyle/>
            <a:p>
              <a:endParaRPr lang="en-IN" dirty="0"/>
            </a:p>
          </p:txBody>
        </p:sp>
        <p:sp>
          <p:nvSpPr>
            <p:cNvPr id="12" name="TextBox 12"/>
            <p:cNvSpPr txBox="1"/>
            <p:nvPr/>
          </p:nvSpPr>
          <p:spPr>
            <a:xfrm>
              <a:off x="0" y="-76200"/>
              <a:ext cx="1076227" cy="596568"/>
            </a:xfrm>
            <a:prstGeom prst="rect">
              <a:avLst/>
            </a:prstGeom>
          </p:spPr>
          <p:txBody>
            <a:bodyPr lIns="50800" tIns="50800" rIns="50800" bIns="50800" rtlCol="0" anchor="ctr"/>
            <a:lstStyle/>
            <a:p>
              <a:pPr algn="ctr">
                <a:lnSpc>
                  <a:spcPts val="2800"/>
                </a:lnSpc>
              </a:pPr>
              <a:endParaRPr/>
            </a:p>
          </p:txBody>
        </p:sp>
      </p:grpSp>
      <p:grpSp>
        <p:nvGrpSpPr>
          <p:cNvPr id="13" name="Group 13"/>
          <p:cNvGrpSpPr/>
          <p:nvPr/>
        </p:nvGrpSpPr>
        <p:grpSpPr>
          <a:xfrm>
            <a:off x="6953525" y="6386464"/>
            <a:ext cx="4421737" cy="3610454"/>
            <a:chOff x="0" y="0"/>
            <a:chExt cx="1076227" cy="520368"/>
          </a:xfrm>
        </p:grpSpPr>
        <p:sp>
          <p:nvSpPr>
            <p:cNvPr id="14" name="Freeform 14"/>
            <p:cNvSpPr/>
            <p:nvPr/>
          </p:nvSpPr>
          <p:spPr>
            <a:xfrm>
              <a:off x="0" y="0"/>
              <a:ext cx="1076227" cy="520368"/>
            </a:xfrm>
            <a:custGeom>
              <a:avLst/>
              <a:gdLst/>
              <a:ahLst/>
              <a:cxnLst/>
              <a:rect l="l" t="t" r="r" b="b"/>
              <a:pathLst>
                <a:path w="1076227" h="520368">
                  <a:moveTo>
                    <a:pt x="24512" y="0"/>
                  </a:moveTo>
                  <a:lnTo>
                    <a:pt x="1051715" y="0"/>
                  </a:lnTo>
                  <a:cubicBezTo>
                    <a:pt x="1065252" y="0"/>
                    <a:pt x="1076227" y="10975"/>
                    <a:pt x="1076227" y="24512"/>
                  </a:cubicBezTo>
                  <a:lnTo>
                    <a:pt x="1076227" y="495856"/>
                  </a:lnTo>
                  <a:cubicBezTo>
                    <a:pt x="1076227" y="509393"/>
                    <a:pt x="1065252" y="520368"/>
                    <a:pt x="1051715" y="520368"/>
                  </a:cubicBezTo>
                  <a:lnTo>
                    <a:pt x="24512" y="520368"/>
                  </a:lnTo>
                  <a:cubicBezTo>
                    <a:pt x="10975" y="520368"/>
                    <a:pt x="0" y="509393"/>
                    <a:pt x="0" y="495856"/>
                  </a:cubicBezTo>
                  <a:lnTo>
                    <a:pt x="0" y="24512"/>
                  </a:lnTo>
                  <a:cubicBezTo>
                    <a:pt x="0" y="10975"/>
                    <a:pt x="10975" y="0"/>
                    <a:pt x="24512" y="0"/>
                  </a:cubicBezTo>
                  <a:close/>
                </a:path>
              </a:pathLst>
            </a:custGeom>
            <a:gradFill rotWithShape="1">
              <a:gsLst>
                <a:gs pos="0">
                  <a:srgbClr val="03295A">
                    <a:alpha val="62000"/>
                  </a:srgbClr>
                </a:gs>
                <a:gs pos="100000">
                  <a:srgbClr val="041468">
                    <a:alpha val="74500"/>
                  </a:srgbClr>
                </a:gs>
              </a:gsLst>
              <a:lin ang="0"/>
            </a:gradFill>
            <a:ln w="38100" cap="sq">
              <a:gradFill>
                <a:gsLst>
                  <a:gs pos="0">
                    <a:srgbClr val="10A5FF">
                      <a:alpha val="100000"/>
                    </a:srgbClr>
                  </a:gs>
                  <a:gs pos="100000">
                    <a:srgbClr val="041E4E">
                      <a:alpha val="100000"/>
                    </a:srgbClr>
                  </a:gs>
                </a:gsLst>
                <a:lin ang="2700000"/>
              </a:gradFill>
              <a:prstDash val="solid"/>
              <a:miter/>
            </a:ln>
          </p:spPr>
        </p:sp>
        <p:sp>
          <p:nvSpPr>
            <p:cNvPr id="15" name="TextBox 15"/>
            <p:cNvSpPr txBox="1"/>
            <p:nvPr/>
          </p:nvSpPr>
          <p:spPr>
            <a:xfrm>
              <a:off x="0" y="-76200"/>
              <a:ext cx="1076227" cy="596568"/>
            </a:xfrm>
            <a:prstGeom prst="rect">
              <a:avLst/>
            </a:prstGeom>
          </p:spPr>
          <p:txBody>
            <a:bodyPr lIns="50800" tIns="50800" rIns="50800" bIns="50800" rtlCol="0" anchor="ctr"/>
            <a:lstStyle/>
            <a:p>
              <a:pPr algn="ctr">
                <a:lnSpc>
                  <a:spcPts val="2800"/>
                </a:lnSpc>
              </a:pPr>
              <a:endParaRPr/>
            </a:p>
          </p:txBody>
        </p:sp>
      </p:grpSp>
      <p:grpSp>
        <p:nvGrpSpPr>
          <p:cNvPr id="16" name="Group 16"/>
          <p:cNvGrpSpPr/>
          <p:nvPr/>
        </p:nvGrpSpPr>
        <p:grpSpPr>
          <a:xfrm>
            <a:off x="1306539" y="6386464"/>
            <a:ext cx="4421737" cy="3610454"/>
            <a:chOff x="0" y="0"/>
            <a:chExt cx="1076227" cy="520368"/>
          </a:xfrm>
        </p:grpSpPr>
        <p:sp>
          <p:nvSpPr>
            <p:cNvPr id="17" name="Freeform 17"/>
            <p:cNvSpPr/>
            <p:nvPr/>
          </p:nvSpPr>
          <p:spPr>
            <a:xfrm>
              <a:off x="0" y="0"/>
              <a:ext cx="1076227" cy="520368"/>
            </a:xfrm>
            <a:custGeom>
              <a:avLst/>
              <a:gdLst/>
              <a:ahLst/>
              <a:cxnLst/>
              <a:rect l="l" t="t" r="r" b="b"/>
              <a:pathLst>
                <a:path w="1076227" h="520368">
                  <a:moveTo>
                    <a:pt x="24512" y="0"/>
                  </a:moveTo>
                  <a:lnTo>
                    <a:pt x="1051715" y="0"/>
                  </a:lnTo>
                  <a:cubicBezTo>
                    <a:pt x="1065252" y="0"/>
                    <a:pt x="1076227" y="10975"/>
                    <a:pt x="1076227" y="24512"/>
                  </a:cubicBezTo>
                  <a:lnTo>
                    <a:pt x="1076227" y="495856"/>
                  </a:lnTo>
                  <a:cubicBezTo>
                    <a:pt x="1076227" y="509393"/>
                    <a:pt x="1065252" y="520368"/>
                    <a:pt x="1051715" y="520368"/>
                  </a:cubicBezTo>
                  <a:lnTo>
                    <a:pt x="24512" y="520368"/>
                  </a:lnTo>
                  <a:cubicBezTo>
                    <a:pt x="10975" y="520368"/>
                    <a:pt x="0" y="509393"/>
                    <a:pt x="0" y="495856"/>
                  </a:cubicBezTo>
                  <a:lnTo>
                    <a:pt x="0" y="24512"/>
                  </a:lnTo>
                  <a:cubicBezTo>
                    <a:pt x="0" y="10975"/>
                    <a:pt x="10975" y="0"/>
                    <a:pt x="24512" y="0"/>
                  </a:cubicBezTo>
                  <a:close/>
                </a:path>
              </a:pathLst>
            </a:custGeom>
            <a:gradFill rotWithShape="1">
              <a:gsLst>
                <a:gs pos="0">
                  <a:srgbClr val="03295A">
                    <a:alpha val="62000"/>
                  </a:srgbClr>
                </a:gs>
                <a:gs pos="100000">
                  <a:srgbClr val="041468">
                    <a:alpha val="74500"/>
                  </a:srgbClr>
                </a:gs>
              </a:gsLst>
              <a:lin ang="0"/>
            </a:gradFill>
            <a:ln w="38100" cap="sq">
              <a:gradFill>
                <a:gsLst>
                  <a:gs pos="0">
                    <a:srgbClr val="10A5FF">
                      <a:alpha val="100000"/>
                    </a:srgbClr>
                  </a:gs>
                  <a:gs pos="100000">
                    <a:srgbClr val="041E4E">
                      <a:alpha val="100000"/>
                    </a:srgbClr>
                  </a:gs>
                </a:gsLst>
                <a:lin ang="2700000"/>
              </a:gradFill>
              <a:prstDash val="solid"/>
              <a:miter/>
            </a:ln>
          </p:spPr>
        </p:sp>
        <p:sp>
          <p:nvSpPr>
            <p:cNvPr id="18" name="TextBox 18"/>
            <p:cNvSpPr txBox="1"/>
            <p:nvPr/>
          </p:nvSpPr>
          <p:spPr>
            <a:xfrm>
              <a:off x="0" y="-76200"/>
              <a:ext cx="1076227" cy="596568"/>
            </a:xfrm>
            <a:prstGeom prst="rect">
              <a:avLst/>
            </a:prstGeom>
          </p:spPr>
          <p:txBody>
            <a:bodyPr lIns="50800" tIns="50800" rIns="50800" bIns="50800" rtlCol="0" anchor="ctr"/>
            <a:lstStyle/>
            <a:p>
              <a:pPr algn="ctr">
                <a:lnSpc>
                  <a:spcPts val="2800"/>
                </a:lnSpc>
              </a:pPr>
              <a:endParaRPr/>
            </a:p>
          </p:txBody>
        </p:sp>
      </p:grpSp>
      <p:sp>
        <p:nvSpPr>
          <p:cNvPr id="19" name="TextBox 19"/>
          <p:cNvSpPr txBox="1"/>
          <p:nvPr/>
        </p:nvSpPr>
        <p:spPr>
          <a:xfrm>
            <a:off x="12788071" y="6629201"/>
            <a:ext cx="4037568" cy="3508653"/>
          </a:xfrm>
          <a:prstGeom prst="rect">
            <a:avLst/>
          </a:prstGeom>
        </p:spPr>
        <p:txBody>
          <a:bodyPr lIns="0" tIns="0" rIns="0" bIns="0" rtlCol="0" anchor="t">
            <a:spAutoFit/>
          </a:bodyPr>
          <a:lstStyle/>
          <a:p>
            <a:pPr marL="342900" lvl="0" indent="-342900" algn="just">
              <a:lnSpc>
                <a:spcPts val="2445"/>
              </a:lnSpc>
              <a:buFont typeface="+mj-lt"/>
              <a:buAutoNum type="arabicPeriod" startAt="5"/>
            </a:pPr>
            <a:r>
              <a:rPr lang="en-US" sz="1746" b="1" u="none" strike="noStrike" spc="73" dirty="0">
                <a:solidFill>
                  <a:srgbClr val="FFFFFF"/>
                </a:solidFill>
                <a:latin typeface="Telegraf"/>
                <a:ea typeface="Telegraf"/>
                <a:cs typeface="Telegraf"/>
                <a:sym typeface="Telegraf"/>
              </a:rPr>
              <a:t>Location-Based Questions:</a:t>
            </a:r>
          </a:p>
          <a:p>
            <a:pPr lvl="0" algn="just">
              <a:lnSpc>
                <a:spcPts val="2445"/>
              </a:lnSpc>
            </a:pPr>
            <a:endParaRPr lang="en-US" sz="1746" spc="73" dirty="0">
              <a:solidFill>
                <a:srgbClr val="FFFFFF"/>
              </a:solidFill>
              <a:latin typeface="Telegraf"/>
              <a:ea typeface="Telegraf"/>
              <a:cs typeface="Telegraf"/>
              <a:sym typeface="Telegraf"/>
            </a:endParaRPr>
          </a:p>
          <a:p>
            <a:pPr marL="285750" lvl="0" indent="-285750" algn="just">
              <a:lnSpc>
                <a:spcPts val="2445"/>
              </a:lnSpc>
              <a:buFont typeface="Arial" panose="020B0604020202020204" pitchFamily="34" charset="0"/>
              <a:buChar char="•"/>
            </a:pPr>
            <a:r>
              <a:rPr lang="en-US" sz="1746" u="none" strike="noStrike" spc="73" dirty="0">
                <a:solidFill>
                  <a:srgbClr val="FFFFFF"/>
                </a:solidFill>
                <a:latin typeface="Telegraf"/>
                <a:ea typeface="Telegraf"/>
                <a:cs typeface="Telegraf"/>
                <a:sym typeface="Telegraf"/>
              </a:rPr>
              <a:t>Questions may refer to any country, city, state or district</a:t>
            </a:r>
          </a:p>
          <a:p>
            <a:pPr marL="285750" lvl="0" indent="-285750" algn="just">
              <a:lnSpc>
                <a:spcPts val="2445"/>
              </a:lnSpc>
              <a:buFont typeface="Arial" panose="020B0604020202020204" pitchFamily="34" charset="0"/>
              <a:buChar char="•"/>
            </a:pPr>
            <a:endParaRPr lang="en-US" sz="1746" spc="73" dirty="0">
              <a:solidFill>
                <a:srgbClr val="FFFFFF"/>
              </a:solidFill>
              <a:latin typeface="Telegraf"/>
              <a:ea typeface="Telegraf"/>
              <a:cs typeface="Telegraf"/>
              <a:sym typeface="Telegraf"/>
            </a:endParaRPr>
          </a:p>
          <a:p>
            <a:pPr marL="285750" lvl="0" indent="-285750" algn="just">
              <a:lnSpc>
                <a:spcPct val="100000"/>
              </a:lnSpc>
              <a:buFont typeface="Wingdings" panose="05000000000000000000" pitchFamily="2" charset="2"/>
              <a:buChar char="Ø"/>
            </a:pPr>
            <a:r>
              <a:rPr lang="en-IN" sz="1500" dirty="0">
                <a:solidFill>
                  <a:schemeClr val="bg1"/>
                </a:solidFill>
                <a:latin typeface="Telegraf" panose="020B0604020202020204" charset="0"/>
              </a:rPr>
              <a:t>“A major challenge is that users don't always search using simple keywords. They may ask questions such as ‘What is happening in Japan right now?’ or ‘What is the latest situation in London?’ Therefore, the application needs to understand the intent and location before searching for news.”</a:t>
            </a:r>
            <a:endParaRPr lang="en-US" sz="1500" u="none" strike="noStrike" spc="73" dirty="0">
              <a:solidFill>
                <a:schemeClr val="bg1"/>
              </a:solidFill>
              <a:latin typeface="Telegraf" panose="020B0604020202020204" charset="0"/>
              <a:ea typeface="Telegraf"/>
              <a:cs typeface="Telegraf"/>
              <a:sym typeface="Telegraf"/>
            </a:endParaRPr>
          </a:p>
        </p:txBody>
      </p:sp>
      <p:sp>
        <p:nvSpPr>
          <p:cNvPr id="20" name="TextBox 20"/>
          <p:cNvSpPr txBox="1"/>
          <p:nvPr/>
        </p:nvSpPr>
        <p:spPr>
          <a:xfrm>
            <a:off x="7145610" y="6629201"/>
            <a:ext cx="4037568" cy="2752164"/>
          </a:xfrm>
          <a:prstGeom prst="rect">
            <a:avLst/>
          </a:prstGeom>
        </p:spPr>
        <p:txBody>
          <a:bodyPr lIns="0" tIns="0" rIns="0" bIns="0" rtlCol="0" anchor="t">
            <a:spAutoFit/>
          </a:bodyPr>
          <a:lstStyle/>
          <a:p>
            <a:pPr marL="342900" lvl="0" indent="-342900" algn="just">
              <a:lnSpc>
                <a:spcPts val="2445"/>
              </a:lnSpc>
              <a:buFont typeface="+mj-lt"/>
              <a:buAutoNum type="arabicPeriod" startAt="3"/>
            </a:pPr>
            <a:r>
              <a:rPr lang="en-US" sz="1746" b="1" spc="73" dirty="0">
                <a:solidFill>
                  <a:srgbClr val="FFFFFF"/>
                </a:solidFill>
                <a:latin typeface="Telegraf"/>
                <a:ea typeface="Telegraf"/>
                <a:cs typeface="Telegraf"/>
                <a:sym typeface="Telegraf"/>
              </a:rPr>
              <a:t>Unstructured Information:</a:t>
            </a:r>
            <a:endParaRPr lang="en-US" sz="1746" b="1" u="none" strike="noStrike" spc="73" dirty="0">
              <a:solidFill>
                <a:srgbClr val="FFFFFF"/>
              </a:solidFill>
              <a:latin typeface="Telegraf"/>
              <a:ea typeface="Telegraf"/>
              <a:cs typeface="Telegraf"/>
              <a:sym typeface="Telegraf"/>
            </a:endParaRPr>
          </a:p>
          <a:p>
            <a:pPr lvl="0" algn="just">
              <a:lnSpc>
                <a:spcPts val="2445"/>
              </a:lnSpc>
            </a:pPr>
            <a:endParaRPr lang="en-US" sz="1746" u="none" strike="noStrike" spc="73" dirty="0">
              <a:solidFill>
                <a:srgbClr val="FFFFFF"/>
              </a:solidFill>
              <a:latin typeface="Telegraf"/>
              <a:ea typeface="Telegraf"/>
              <a:cs typeface="Telegraf"/>
              <a:sym typeface="Telegraf"/>
            </a:endParaRPr>
          </a:p>
          <a:p>
            <a:pPr marL="285750" lvl="0" indent="-285750" algn="just">
              <a:lnSpc>
                <a:spcPts val="2445"/>
              </a:lnSpc>
              <a:buFont typeface="Arial" panose="020B0604020202020204" pitchFamily="34" charset="0"/>
              <a:buChar char="•"/>
            </a:pPr>
            <a:r>
              <a:rPr lang="en-US" sz="1746" u="none" strike="noStrike" spc="73" dirty="0">
                <a:solidFill>
                  <a:srgbClr val="FFFFFF"/>
                </a:solidFill>
                <a:latin typeface="Telegraf"/>
                <a:ea typeface="Telegraf"/>
                <a:cs typeface="Telegraf"/>
                <a:sym typeface="Telegraf"/>
              </a:rPr>
              <a:t>Different sources present information differently</a:t>
            </a:r>
          </a:p>
          <a:p>
            <a:pPr marL="285750" lvl="0" indent="-285750" algn="just">
              <a:lnSpc>
                <a:spcPts val="2445"/>
              </a:lnSpc>
              <a:buFont typeface="Arial" panose="020B0604020202020204" pitchFamily="34" charset="0"/>
              <a:buChar char="•"/>
            </a:pPr>
            <a:endParaRPr lang="en-US" sz="1746" spc="73" dirty="0">
              <a:solidFill>
                <a:srgbClr val="FFFFFF"/>
              </a:solidFill>
              <a:latin typeface="Telegraf"/>
              <a:ea typeface="Telegraf"/>
              <a:cs typeface="Telegraf"/>
              <a:sym typeface="Telegraf"/>
            </a:endParaRPr>
          </a:p>
          <a:p>
            <a:pPr marL="342900" lvl="0" indent="-342900" algn="just">
              <a:lnSpc>
                <a:spcPts val="2445"/>
              </a:lnSpc>
              <a:buFont typeface="+mj-lt"/>
              <a:buAutoNum type="arabicPeriod" startAt="4"/>
            </a:pPr>
            <a:r>
              <a:rPr lang="en-US" sz="1746" b="1" u="none" strike="noStrike" spc="73" dirty="0">
                <a:solidFill>
                  <a:srgbClr val="FFFFFF"/>
                </a:solidFill>
                <a:latin typeface="Telegraf"/>
                <a:ea typeface="Telegraf"/>
                <a:cs typeface="Telegraf"/>
                <a:sym typeface="Telegraf"/>
              </a:rPr>
              <a:t>Natural-Language Questions:</a:t>
            </a:r>
          </a:p>
          <a:p>
            <a:pPr lvl="0" algn="just">
              <a:lnSpc>
                <a:spcPts val="2445"/>
              </a:lnSpc>
            </a:pPr>
            <a:endParaRPr lang="en-US" sz="1746" u="none" strike="noStrike" spc="73" dirty="0">
              <a:solidFill>
                <a:srgbClr val="FFFFFF"/>
              </a:solidFill>
              <a:latin typeface="Telegraf"/>
              <a:ea typeface="Telegraf"/>
              <a:cs typeface="Telegraf"/>
              <a:sym typeface="Telegraf"/>
            </a:endParaRPr>
          </a:p>
          <a:p>
            <a:pPr marL="285750" lvl="0" indent="-285750" algn="just">
              <a:lnSpc>
                <a:spcPts val="2445"/>
              </a:lnSpc>
              <a:buFont typeface="Arial" panose="020B0604020202020204" pitchFamily="34" charset="0"/>
              <a:buChar char="•"/>
            </a:pPr>
            <a:r>
              <a:rPr lang="en-US" sz="1746" spc="73" dirty="0">
                <a:solidFill>
                  <a:srgbClr val="FFFFFF"/>
                </a:solidFill>
                <a:latin typeface="Telegraf"/>
                <a:ea typeface="Telegraf"/>
                <a:cs typeface="Telegraf"/>
                <a:sym typeface="Telegraf"/>
              </a:rPr>
              <a:t>Users don’t always know the exact keywords to search</a:t>
            </a:r>
            <a:endParaRPr lang="en-US" sz="1746" u="none" strike="noStrike" spc="73" dirty="0">
              <a:solidFill>
                <a:srgbClr val="FFFFFF"/>
              </a:solidFill>
              <a:latin typeface="Telegraf"/>
              <a:ea typeface="Telegraf"/>
              <a:cs typeface="Telegraf"/>
              <a:sym typeface="Telegraf"/>
            </a:endParaRPr>
          </a:p>
        </p:txBody>
      </p:sp>
      <p:sp>
        <p:nvSpPr>
          <p:cNvPr id="21" name="TextBox 21"/>
          <p:cNvSpPr txBox="1"/>
          <p:nvPr/>
        </p:nvSpPr>
        <p:spPr>
          <a:xfrm>
            <a:off x="1498624" y="6629201"/>
            <a:ext cx="4037568" cy="3367717"/>
          </a:xfrm>
          <a:prstGeom prst="rect">
            <a:avLst/>
          </a:prstGeom>
        </p:spPr>
        <p:txBody>
          <a:bodyPr lIns="0" tIns="0" rIns="0" bIns="0" rtlCol="0" anchor="t">
            <a:spAutoFit/>
          </a:bodyPr>
          <a:lstStyle/>
          <a:p>
            <a:pPr marL="342900" lvl="0" indent="-342900" algn="just">
              <a:lnSpc>
                <a:spcPts val="2445"/>
              </a:lnSpc>
              <a:buFont typeface="+mj-lt"/>
              <a:buAutoNum type="arabicPeriod"/>
            </a:pPr>
            <a:r>
              <a:rPr lang="en-US" sz="1746" b="1" u="none" strike="noStrike" spc="73" dirty="0">
                <a:solidFill>
                  <a:srgbClr val="FFFFFF"/>
                </a:solidFill>
                <a:latin typeface="Telegraf"/>
                <a:ea typeface="Telegraf"/>
                <a:cs typeface="Telegraf"/>
                <a:sym typeface="Telegraf"/>
              </a:rPr>
              <a:t>Information Overload</a:t>
            </a:r>
            <a:r>
              <a:rPr lang="en-US" sz="1746" u="none" strike="noStrike" spc="73" dirty="0">
                <a:solidFill>
                  <a:srgbClr val="FFFFFF"/>
                </a:solidFill>
                <a:latin typeface="Telegraf"/>
                <a:ea typeface="Telegraf"/>
                <a:cs typeface="Telegraf"/>
                <a:sym typeface="Telegraf"/>
              </a:rPr>
              <a:t>:</a:t>
            </a:r>
          </a:p>
          <a:p>
            <a:pPr lvl="0" algn="just">
              <a:lnSpc>
                <a:spcPts val="2445"/>
              </a:lnSpc>
            </a:pPr>
            <a:endParaRPr lang="en-US" sz="1746" u="none" strike="noStrike" spc="73" dirty="0">
              <a:solidFill>
                <a:srgbClr val="FFFFFF"/>
              </a:solidFill>
              <a:latin typeface="Telegraf"/>
              <a:ea typeface="Telegraf"/>
              <a:cs typeface="Telegraf"/>
              <a:sym typeface="Telegraf"/>
            </a:endParaRPr>
          </a:p>
          <a:p>
            <a:pPr marL="285750" lvl="0" indent="-285750" algn="just">
              <a:lnSpc>
                <a:spcPts val="2445"/>
              </a:lnSpc>
              <a:buFont typeface="Arial" panose="020B0604020202020204" pitchFamily="34" charset="0"/>
              <a:buChar char="•"/>
            </a:pPr>
            <a:r>
              <a:rPr lang="en-US" sz="1746" spc="73" dirty="0">
                <a:solidFill>
                  <a:srgbClr val="FFFFFF"/>
                </a:solidFill>
                <a:latin typeface="Telegraf"/>
                <a:ea typeface="Telegraf"/>
                <a:cs typeface="Telegraf"/>
                <a:sym typeface="Telegraf"/>
              </a:rPr>
              <a:t>Large number of news articles</a:t>
            </a:r>
          </a:p>
          <a:p>
            <a:pPr marL="285750" lvl="0" indent="-285750" algn="just">
              <a:lnSpc>
                <a:spcPts val="2445"/>
              </a:lnSpc>
              <a:buFont typeface="Arial" panose="020B0604020202020204" pitchFamily="34" charset="0"/>
              <a:buChar char="•"/>
            </a:pPr>
            <a:r>
              <a:rPr lang="en-US" sz="1746" u="none" strike="noStrike" spc="73" dirty="0">
                <a:solidFill>
                  <a:srgbClr val="FFFFFF"/>
                </a:solidFill>
                <a:latin typeface="Telegraf"/>
                <a:ea typeface="Telegraf"/>
                <a:cs typeface="Telegraf"/>
                <a:sym typeface="Telegraf"/>
              </a:rPr>
              <a:t>Difficult to identify important information</a:t>
            </a:r>
          </a:p>
          <a:p>
            <a:pPr marL="285750" lvl="0" indent="-285750" algn="just">
              <a:lnSpc>
                <a:spcPts val="2445"/>
              </a:lnSpc>
              <a:buFont typeface="Arial" panose="020B0604020202020204" pitchFamily="34" charset="0"/>
              <a:buChar char="•"/>
            </a:pPr>
            <a:endParaRPr lang="en-US" sz="1746" u="none" strike="noStrike" spc="73" dirty="0">
              <a:solidFill>
                <a:srgbClr val="FFFFFF"/>
              </a:solidFill>
              <a:latin typeface="Telegraf"/>
              <a:ea typeface="Telegraf"/>
              <a:cs typeface="Telegraf"/>
              <a:sym typeface="Telegraf"/>
            </a:endParaRPr>
          </a:p>
          <a:p>
            <a:pPr marL="342900" indent="-342900" algn="just">
              <a:lnSpc>
                <a:spcPts val="2445"/>
              </a:lnSpc>
              <a:buFont typeface="+mj-lt"/>
              <a:buAutoNum type="arabicPeriod" startAt="2"/>
            </a:pPr>
            <a:r>
              <a:rPr lang="en-US" sz="1746" b="1" spc="73" dirty="0">
                <a:solidFill>
                  <a:srgbClr val="FFFFFF"/>
                </a:solidFill>
                <a:latin typeface="Telegraf"/>
                <a:ea typeface="Telegraf"/>
                <a:cs typeface="Telegraf"/>
                <a:sym typeface="Telegraf"/>
              </a:rPr>
              <a:t>Manual Research:</a:t>
            </a:r>
          </a:p>
          <a:p>
            <a:pPr marL="285750" indent="-285750" algn="just">
              <a:lnSpc>
                <a:spcPts val="2445"/>
              </a:lnSpc>
              <a:buFont typeface="Arial" panose="020B0604020202020204" pitchFamily="34" charset="0"/>
              <a:buChar char="•"/>
            </a:pPr>
            <a:r>
              <a:rPr lang="en-US" sz="1746" spc="73" dirty="0">
                <a:solidFill>
                  <a:srgbClr val="FFFFFF"/>
                </a:solidFill>
                <a:latin typeface="Telegraf"/>
                <a:ea typeface="Telegraf"/>
                <a:cs typeface="Telegraf"/>
                <a:sym typeface="Telegraf"/>
              </a:rPr>
              <a:t>Users must search multiple queries</a:t>
            </a:r>
          </a:p>
          <a:p>
            <a:pPr marL="285750" indent="-285750" algn="just">
              <a:lnSpc>
                <a:spcPts val="2445"/>
              </a:lnSpc>
              <a:buFont typeface="Arial" panose="020B0604020202020204" pitchFamily="34" charset="0"/>
              <a:buChar char="•"/>
            </a:pPr>
            <a:r>
              <a:rPr lang="en-US" sz="1746" spc="73" dirty="0">
                <a:solidFill>
                  <a:srgbClr val="FFFFFF"/>
                </a:solidFill>
                <a:latin typeface="Telegraf"/>
                <a:ea typeface="Telegraf"/>
                <a:cs typeface="Telegraf"/>
                <a:sym typeface="Telegraf"/>
              </a:rPr>
              <a:t>Time-consuming process</a:t>
            </a:r>
            <a:endParaRPr lang="en-US" sz="1746" u="none" strike="noStrike" spc="73" dirty="0">
              <a:solidFill>
                <a:srgbClr val="FFFFFF"/>
              </a:solidFill>
              <a:latin typeface="Telegraf"/>
              <a:ea typeface="Telegraf"/>
              <a:cs typeface="Telegraf"/>
              <a:sym typeface="Telegraf"/>
            </a:endParaRPr>
          </a:p>
          <a:p>
            <a:pPr marL="285750" lvl="0" indent="-285750" algn="just">
              <a:lnSpc>
                <a:spcPts val="2445"/>
              </a:lnSpc>
              <a:buFont typeface="Arial" panose="020B0604020202020204" pitchFamily="34" charset="0"/>
              <a:buChar char="•"/>
            </a:pPr>
            <a:endParaRPr lang="en-US" sz="1746" u="none" strike="noStrike" spc="73" dirty="0">
              <a:solidFill>
                <a:srgbClr val="FFFFFF"/>
              </a:solidFill>
              <a:latin typeface="Telegraf"/>
              <a:ea typeface="Telegraf"/>
              <a:cs typeface="Telegraf"/>
              <a:sym typeface="Telegraf"/>
            </a:endParaRPr>
          </a:p>
        </p:txBody>
      </p:sp>
      <p:pic>
        <p:nvPicPr>
          <p:cNvPr id="23" name="Picture 22">
            <a:extLst>
              <a:ext uri="{FF2B5EF4-FFF2-40B4-BE49-F238E27FC236}">
                <a16:creationId xmlns:a16="http://schemas.microsoft.com/office/drawing/2014/main" id="{BC97D712-F978-FE9C-83EE-A3E820A2E31A}"/>
              </a:ext>
            </a:extLst>
          </p:cNvPr>
          <p:cNvPicPr>
            <a:picLocks noChangeAspect="1"/>
          </p:cNvPicPr>
          <p:nvPr/>
        </p:nvPicPr>
        <p:blipFill>
          <a:blip r:embed="rId6"/>
          <a:stretch>
            <a:fillRect/>
          </a:stretch>
        </p:blipFill>
        <p:spPr>
          <a:xfrm>
            <a:off x="0" y="10659"/>
            <a:ext cx="2819400" cy="93181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8260" t="-40160"/>
            </a:stretch>
          </a:blipFill>
        </p:spPr>
      </p:sp>
      <p:sp>
        <p:nvSpPr>
          <p:cNvPr id="3" name="TextBox 3"/>
          <p:cNvSpPr txBox="1"/>
          <p:nvPr/>
        </p:nvSpPr>
        <p:spPr>
          <a:xfrm>
            <a:off x="1308184" y="2017446"/>
            <a:ext cx="5777796" cy="2180084"/>
          </a:xfrm>
          <a:prstGeom prst="rect">
            <a:avLst/>
          </a:prstGeom>
        </p:spPr>
        <p:txBody>
          <a:bodyPr lIns="0" tIns="0" rIns="0" bIns="0" rtlCol="0" anchor="t">
            <a:spAutoFit/>
          </a:bodyPr>
          <a:lstStyle/>
          <a:p>
            <a:pPr algn="l">
              <a:lnSpc>
                <a:spcPts val="8541"/>
              </a:lnSpc>
            </a:pPr>
            <a:r>
              <a:rPr lang="en-US" sz="7836" dirty="0">
                <a:solidFill>
                  <a:srgbClr val="FFFFFF"/>
                </a:solidFill>
                <a:latin typeface="Telegraf"/>
                <a:ea typeface="Telegraf"/>
                <a:cs typeface="Telegraf"/>
                <a:sym typeface="Telegraf"/>
              </a:rPr>
              <a:t>Project Objectives</a:t>
            </a:r>
          </a:p>
        </p:txBody>
      </p:sp>
      <p:grpSp>
        <p:nvGrpSpPr>
          <p:cNvPr id="4" name="Group 4"/>
          <p:cNvGrpSpPr/>
          <p:nvPr/>
        </p:nvGrpSpPr>
        <p:grpSpPr>
          <a:xfrm>
            <a:off x="8676173" y="1482064"/>
            <a:ext cx="8583127" cy="7363298"/>
            <a:chOff x="0" y="0"/>
            <a:chExt cx="1257627" cy="1078894"/>
          </a:xfrm>
        </p:grpSpPr>
        <p:sp>
          <p:nvSpPr>
            <p:cNvPr id="5" name="Freeform 5"/>
            <p:cNvSpPr/>
            <p:nvPr/>
          </p:nvSpPr>
          <p:spPr>
            <a:xfrm>
              <a:off x="0" y="0"/>
              <a:ext cx="1257627" cy="1078894"/>
            </a:xfrm>
            <a:custGeom>
              <a:avLst/>
              <a:gdLst/>
              <a:ahLst/>
              <a:cxnLst/>
              <a:rect l="l" t="t" r="r" b="b"/>
              <a:pathLst>
                <a:path w="1257627" h="1078894">
                  <a:moveTo>
                    <a:pt x="35178" y="0"/>
                  </a:moveTo>
                  <a:lnTo>
                    <a:pt x="1222449" y="0"/>
                  </a:lnTo>
                  <a:cubicBezTo>
                    <a:pt x="1231779" y="0"/>
                    <a:pt x="1240726" y="3706"/>
                    <a:pt x="1247323" y="10303"/>
                  </a:cubicBezTo>
                  <a:cubicBezTo>
                    <a:pt x="1253921" y="16900"/>
                    <a:pt x="1257627" y="25848"/>
                    <a:pt x="1257627" y="35178"/>
                  </a:cubicBezTo>
                  <a:lnTo>
                    <a:pt x="1257627" y="1043716"/>
                  </a:lnTo>
                  <a:cubicBezTo>
                    <a:pt x="1257627" y="1053046"/>
                    <a:pt x="1253921" y="1061993"/>
                    <a:pt x="1247323" y="1068590"/>
                  </a:cubicBezTo>
                  <a:cubicBezTo>
                    <a:pt x="1240726" y="1075187"/>
                    <a:pt x="1231779" y="1078894"/>
                    <a:pt x="1222449" y="1078894"/>
                  </a:cubicBezTo>
                  <a:lnTo>
                    <a:pt x="35178" y="1078894"/>
                  </a:lnTo>
                  <a:cubicBezTo>
                    <a:pt x="25848" y="1078894"/>
                    <a:pt x="16900" y="1075187"/>
                    <a:pt x="10303" y="1068590"/>
                  </a:cubicBezTo>
                  <a:cubicBezTo>
                    <a:pt x="3706" y="1061993"/>
                    <a:pt x="0" y="1053046"/>
                    <a:pt x="0" y="1043716"/>
                  </a:cubicBezTo>
                  <a:lnTo>
                    <a:pt x="0" y="35178"/>
                  </a:lnTo>
                  <a:cubicBezTo>
                    <a:pt x="0" y="25848"/>
                    <a:pt x="3706" y="16900"/>
                    <a:pt x="10303" y="10303"/>
                  </a:cubicBezTo>
                  <a:cubicBezTo>
                    <a:pt x="16900" y="3706"/>
                    <a:pt x="25848" y="0"/>
                    <a:pt x="35178" y="0"/>
                  </a:cubicBezTo>
                  <a:close/>
                </a:path>
              </a:pathLst>
            </a:custGeom>
            <a:blipFill>
              <a:blip r:embed="rId3"/>
              <a:stretch>
                <a:fillRect l="-7192" r="-7192"/>
              </a:stretch>
            </a:blipFill>
            <a:ln cap="rnd">
              <a:noFill/>
              <a:prstDash val="solid"/>
              <a:round/>
            </a:ln>
          </p:spPr>
        </p:sp>
      </p:grpSp>
      <p:grpSp>
        <p:nvGrpSpPr>
          <p:cNvPr id="6" name="Group 6"/>
          <p:cNvGrpSpPr/>
          <p:nvPr/>
        </p:nvGrpSpPr>
        <p:grpSpPr>
          <a:xfrm>
            <a:off x="1484655" y="4392202"/>
            <a:ext cx="569605" cy="4942298"/>
            <a:chOff x="0" y="0"/>
            <a:chExt cx="150019" cy="1172849"/>
          </a:xfrm>
        </p:grpSpPr>
        <p:sp>
          <p:nvSpPr>
            <p:cNvPr id="7" name="Freeform 7"/>
            <p:cNvSpPr/>
            <p:nvPr/>
          </p:nvSpPr>
          <p:spPr>
            <a:xfrm>
              <a:off x="0" y="0"/>
              <a:ext cx="150019" cy="1172849"/>
            </a:xfrm>
            <a:custGeom>
              <a:avLst/>
              <a:gdLst/>
              <a:ahLst/>
              <a:cxnLst/>
              <a:rect l="l" t="t" r="r" b="b"/>
              <a:pathLst>
                <a:path w="150019" h="1172849">
                  <a:moveTo>
                    <a:pt x="75010" y="0"/>
                  </a:moveTo>
                  <a:lnTo>
                    <a:pt x="75010" y="0"/>
                  </a:lnTo>
                  <a:cubicBezTo>
                    <a:pt x="94903" y="0"/>
                    <a:pt x="113982" y="7903"/>
                    <a:pt x="128049" y="21970"/>
                  </a:cubicBezTo>
                  <a:cubicBezTo>
                    <a:pt x="142117" y="36037"/>
                    <a:pt x="150019" y="55116"/>
                    <a:pt x="150019" y="75010"/>
                  </a:cubicBezTo>
                  <a:lnTo>
                    <a:pt x="150019" y="1097839"/>
                  </a:lnTo>
                  <a:cubicBezTo>
                    <a:pt x="150019" y="1139266"/>
                    <a:pt x="116436" y="1172849"/>
                    <a:pt x="75010" y="1172849"/>
                  </a:cubicBezTo>
                  <a:lnTo>
                    <a:pt x="75010" y="1172849"/>
                  </a:lnTo>
                  <a:cubicBezTo>
                    <a:pt x="33583" y="1172849"/>
                    <a:pt x="0" y="1139266"/>
                    <a:pt x="0" y="1097839"/>
                  </a:cubicBezTo>
                  <a:lnTo>
                    <a:pt x="0" y="75010"/>
                  </a:lnTo>
                  <a:cubicBezTo>
                    <a:pt x="0" y="33583"/>
                    <a:pt x="33583" y="0"/>
                    <a:pt x="75010" y="0"/>
                  </a:cubicBezTo>
                  <a:close/>
                </a:path>
              </a:pathLst>
            </a:custGeom>
            <a:gradFill rotWithShape="1">
              <a:gsLst>
                <a:gs pos="0">
                  <a:srgbClr val="10A5FF">
                    <a:alpha val="100000"/>
                  </a:srgbClr>
                </a:gs>
                <a:gs pos="100000">
                  <a:srgbClr val="041E4E">
                    <a:alpha val="100000"/>
                  </a:srgbClr>
                </a:gs>
              </a:gsLst>
              <a:lin ang="5400000"/>
            </a:gradFill>
            <a:ln cap="rnd">
              <a:noFill/>
              <a:prstDash val="solid"/>
              <a:round/>
            </a:ln>
          </p:spPr>
        </p:sp>
        <p:sp>
          <p:nvSpPr>
            <p:cNvPr id="8" name="TextBox 8"/>
            <p:cNvSpPr txBox="1"/>
            <p:nvPr/>
          </p:nvSpPr>
          <p:spPr>
            <a:xfrm>
              <a:off x="0" y="-76200"/>
              <a:ext cx="150019" cy="1249049"/>
            </a:xfrm>
            <a:prstGeom prst="rect">
              <a:avLst/>
            </a:prstGeom>
          </p:spPr>
          <p:txBody>
            <a:bodyPr lIns="0" tIns="0" rIns="0" bIns="0" rtlCol="0" anchor="ctr"/>
            <a:lstStyle/>
            <a:p>
              <a:pPr marL="0" lvl="0" indent="0" algn="ctr">
                <a:lnSpc>
                  <a:spcPts val="2800"/>
                </a:lnSpc>
              </a:pPr>
              <a:r>
                <a:rPr lang="en-US" sz="2000" u="none" strike="noStrike" spc="32" dirty="0">
                  <a:solidFill>
                    <a:srgbClr val="FFFFFF"/>
                  </a:solidFill>
                  <a:latin typeface="Telegraf"/>
                  <a:ea typeface="Telegraf"/>
                  <a:cs typeface="Telegraf"/>
                  <a:sym typeface="Telegraf"/>
                </a:rPr>
                <a:t>1</a:t>
              </a:r>
            </a:p>
            <a:p>
              <a:pPr marL="0" lvl="0" indent="0" algn="ctr">
                <a:lnSpc>
                  <a:spcPts val="2800"/>
                </a:lnSpc>
              </a:pPr>
              <a:r>
                <a:rPr lang="en-US" sz="2000" u="none" strike="noStrike" spc="32" dirty="0">
                  <a:solidFill>
                    <a:srgbClr val="FFFFFF"/>
                  </a:solidFill>
                  <a:latin typeface="Telegraf"/>
                  <a:ea typeface="Telegraf"/>
                  <a:cs typeface="Telegraf"/>
                  <a:sym typeface="Telegraf"/>
                </a:rPr>
                <a:t>2</a:t>
              </a:r>
            </a:p>
            <a:p>
              <a:pPr marL="0" lvl="0" indent="0" algn="ctr">
                <a:lnSpc>
                  <a:spcPts val="2800"/>
                </a:lnSpc>
              </a:pPr>
              <a:r>
                <a:rPr lang="en-US" sz="2000" u="none" strike="noStrike" spc="32" dirty="0">
                  <a:solidFill>
                    <a:srgbClr val="FFFFFF"/>
                  </a:solidFill>
                  <a:latin typeface="Telegraf"/>
                  <a:ea typeface="Telegraf"/>
                  <a:cs typeface="Telegraf"/>
                  <a:sym typeface="Telegraf"/>
                </a:rPr>
                <a:t>3</a:t>
              </a:r>
            </a:p>
            <a:p>
              <a:pPr marL="0" lvl="0" indent="0" algn="ctr">
                <a:lnSpc>
                  <a:spcPts val="2800"/>
                </a:lnSpc>
              </a:pPr>
              <a:r>
                <a:rPr lang="en-US" sz="2000" u="none" strike="noStrike" spc="32" dirty="0">
                  <a:solidFill>
                    <a:srgbClr val="FFFFFF"/>
                  </a:solidFill>
                  <a:latin typeface="Telegraf"/>
                  <a:ea typeface="Telegraf"/>
                  <a:cs typeface="Telegraf"/>
                  <a:sym typeface="Telegraf"/>
                </a:rPr>
                <a:t>4</a:t>
              </a:r>
            </a:p>
            <a:p>
              <a:pPr marL="0" lvl="0" indent="0" algn="ctr">
                <a:lnSpc>
                  <a:spcPts val="2800"/>
                </a:lnSpc>
              </a:pPr>
              <a:r>
                <a:rPr lang="en-US" sz="2000" u="none" strike="noStrike" spc="32" dirty="0">
                  <a:solidFill>
                    <a:srgbClr val="FFFFFF"/>
                  </a:solidFill>
                  <a:latin typeface="Telegraf"/>
                  <a:ea typeface="Telegraf"/>
                  <a:cs typeface="Telegraf"/>
                  <a:sym typeface="Telegraf"/>
                </a:rPr>
                <a:t>5</a:t>
              </a:r>
            </a:p>
            <a:p>
              <a:pPr marL="0" lvl="0" indent="0" algn="ctr">
                <a:lnSpc>
                  <a:spcPts val="2800"/>
                </a:lnSpc>
              </a:pPr>
              <a:r>
                <a:rPr lang="en-US" sz="2000" u="none" strike="noStrike" spc="32" dirty="0">
                  <a:solidFill>
                    <a:srgbClr val="FFFFFF"/>
                  </a:solidFill>
                  <a:latin typeface="Telegraf"/>
                  <a:ea typeface="Telegraf"/>
                  <a:cs typeface="Telegraf"/>
                  <a:sym typeface="Telegraf"/>
                </a:rPr>
                <a:t>6</a:t>
              </a:r>
            </a:p>
            <a:p>
              <a:pPr marL="0" lvl="0" indent="0" algn="ctr">
                <a:lnSpc>
                  <a:spcPts val="2800"/>
                </a:lnSpc>
              </a:pPr>
              <a:r>
                <a:rPr lang="en-US" sz="2000" u="none" strike="noStrike" spc="32" dirty="0">
                  <a:solidFill>
                    <a:srgbClr val="FFFFFF"/>
                  </a:solidFill>
                  <a:latin typeface="Telegraf"/>
                  <a:ea typeface="Telegraf"/>
                  <a:cs typeface="Telegraf"/>
                  <a:sym typeface="Telegraf"/>
                </a:rPr>
                <a:t>7</a:t>
              </a:r>
            </a:p>
            <a:p>
              <a:pPr marL="0" lvl="0" indent="0" algn="ctr">
                <a:lnSpc>
                  <a:spcPts val="2800"/>
                </a:lnSpc>
              </a:pPr>
              <a:r>
                <a:rPr lang="en-US" sz="2000" u="none" strike="noStrike" spc="32" dirty="0">
                  <a:solidFill>
                    <a:srgbClr val="FFFFFF"/>
                  </a:solidFill>
                  <a:latin typeface="Telegraf"/>
                  <a:ea typeface="Telegraf"/>
                  <a:cs typeface="Telegraf"/>
                  <a:sym typeface="Telegraf"/>
                </a:rPr>
                <a:t>8</a:t>
              </a:r>
            </a:p>
            <a:p>
              <a:pPr marL="0" lvl="0" indent="0" algn="ctr">
                <a:lnSpc>
                  <a:spcPts val="2800"/>
                </a:lnSpc>
              </a:pPr>
              <a:r>
                <a:rPr lang="en-US" sz="2000" u="none" strike="noStrike" spc="32" dirty="0">
                  <a:solidFill>
                    <a:srgbClr val="FFFFFF"/>
                  </a:solidFill>
                  <a:latin typeface="Telegraf"/>
                  <a:ea typeface="Telegraf"/>
                  <a:cs typeface="Telegraf"/>
                  <a:sym typeface="Telegraf"/>
                </a:rPr>
                <a:t>9</a:t>
              </a:r>
            </a:p>
            <a:p>
              <a:pPr marL="0" lvl="0" indent="0" algn="ctr">
                <a:lnSpc>
                  <a:spcPts val="2800"/>
                </a:lnSpc>
              </a:pPr>
              <a:r>
                <a:rPr lang="en-US" sz="2000" u="none" strike="noStrike" spc="32" dirty="0">
                  <a:solidFill>
                    <a:srgbClr val="FFFFFF"/>
                  </a:solidFill>
                  <a:latin typeface="Telegraf"/>
                  <a:ea typeface="Telegraf"/>
                  <a:cs typeface="Telegraf"/>
                  <a:sym typeface="Telegraf"/>
                </a:rPr>
                <a:t>10</a:t>
              </a:r>
            </a:p>
          </p:txBody>
        </p:sp>
      </p:grpSp>
      <p:sp>
        <p:nvSpPr>
          <p:cNvPr id="9" name="TextBox 9"/>
          <p:cNvSpPr txBox="1"/>
          <p:nvPr/>
        </p:nvSpPr>
        <p:spPr>
          <a:xfrm>
            <a:off x="2285535" y="4823231"/>
            <a:ext cx="5762030" cy="3927742"/>
          </a:xfrm>
          <a:prstGeom prst="rect">
            <a:avLst/>
          </a:prstGeom>
        </p:spPr>
        <p:txBody>
          <a:bodyPr lIns="0" tIns="0" rIns="0" bIns="0" rtlCol="0" anchor="t">
            <a:spAutoFit/>
          </a:bodyPr>
          <a:lstStyle/>
          <a:p>
            <a:pPr marL="342900" indent="-342900" algn="l">
              <a:lnSpc>
                <a:spcPts val="2800"/>
              </a:lnSpc>
              <a:buFont typeface="Arial" panose="020B0604020202020204" pitchFamily="34" charset="0"/>
              <a:buChar char="•"/>
            </a:pPr>
            <a:r>
              <a:rPr lang="en-US" sz="2000" spc="32" dirty="0">
                <a:solidFill>
                  <a:srgbClr val="FFFFFF"/>
                </a:solidFill>
                <a:latin typeface="Telegraf"/>
                <a:ea typeface="Telegraf"/>
                <a:cs typeface="Telegraf"/>
                <a:sym typeface="Telegraf"/>
              </a:rPr>
              <a:t>Build an AI-powered news research application</a:t>
            </a:r>
          </a:p>
          <a:p>
            <a:pPr marL="342900" indent="-342900" algn="l">
              <a:lnSpc>
                <a:spcPts val="2800"/>
              </a:lnSpc>
              <a:buFont typeface="Arial" panose="020B0604020202020204" pitchFamily="34" charset="0"/>
              <a:buChar char="•"/>
            </a:pPr>
            <a:r>
              <a:rPr lang="en-US" sz="2000" spc="32" dirty="0">
                <a:solidFill>
                  <a:srgbClr val="FFFFFF"/>
                </a:solidFill>
                <a:latin typeface="Telegraf"/>
                <a:ea typeface="Telegraf"/>
                <a:cs typeface="Telegraf"/>
                <a:sym typeface="Telegraf"/>
              </a:rPr>
              <a:t>Accept natural-language questions</a:t>
            </a:r>
          </a:p>
          <a:p>
            <a:pPr marL="342900" indent="-342900" algn="l">
              <a:lnSpc>
                <a:spcPts val="2800"/>
              </a:lnSpc>
              <a:buFont typeface="Arial" panose="020B0604020202020204" pitchFamily="34" charset="0"/>
              <a:buChar char="•"/>
            </a:pPr>
            <a:r>
              <a:rPr lang="en-US" sz="2000" spc="32" dirty="0">
                <a:solidFill>
                  <a:srgbClr val="FFFFFF"/>
                </a:solidFill>
                <a:latin typeface="Telegraf"/>
                <a:ea typeface="Telegraf"/>
                <a:cs typeface="Telegraf"/>
                <a:sym typeface="Telegraf"/>
              </a:rPr>
              <a:t>Understand topic and location</a:t>
            </a:r>
          </a:p>
          <a:p>
            <a:pPr marL="342900" indent="-342900" algn="l">
              <a:lnSpc>
                <a:spcPts val="2800"/>
              </a:lnSpc>
              <a:buFont typeface="Arial" panose="020B0604020202020204" pitchFamily="34" charset="0"/>
              <a:buChar char="•"/>
            </a:pPr>
            <a:r>
              <a:rPr lang="en-US" sz="2000" u="none" strike="noStrike" spc="32" dirty="0">
                <a:solidFill>
                  <a:srgbClr val="FFFFFF"/>
                </a:solidFill>
                <a:latin typeface="Telegraf"/>
                <a:ea typeface="Telegraf"/>
                <a:cs typeface="Telegraf"/>
                <a:sym typeface="Telegraf"/>
              </a:rPr>
              <a:t> Identify user intent</a:t>
            </a:r>
          </a:p>
          <a:p>
            <a:pPr marL="342900" indent="-342900" algn="l">
              <a:lnSpc>
                <a:spcPts val="2800"/>
              </a:lnSpc>
              <a:buFont typeface="Arial" panose="020B0604020202020204" pitchFamily="34" charset="0"/>
              <a:buChar char="•"/>
            </a:pPr>
            <a:r>
              <a:rPr lang="en-US" sz="2000" spc="32" dirty="0">
                <a:solidFill>
                  <a:srgbClr val="FFFFFF"/>
                </a:solidFill>
                <a:latin typeface="Telegraf"/>
                <a:ea typeface="Telegraf"/>
                <a:cs typeface="Telegraf"/>
                <a:sym typeface="Telegraf"/>
              </a:rPr>
              <a:t>Generate multiple search queries</a:t>
            </a:r>
            <a:endParaRPr lang="en-US" sz="2000" u="none" strike="noStrike" spc="32" dirty="0">
              <a:solidFill>
                <a:srgbClr val="FFFFFF"/>
              </a:solidFill>
              <a:latin typeface="Telegraf"/>
              <a:ea typeface="Telegraf"/>
              <a:cs typeface="Telegraf"/>
              <a:sym typeface="Telegraf"/>
            </a:endParaRPr>
          </a:p>
          <a:p>
            <a:pPr marL="342900" indent="-342900" algn="l">
              <a:lnSpc>
                <a:spcPts val="2800"/>
              </a:lnSpc>
              <a:buFont typeface="Arial" panose="020B0604020202020204" pitchFamily="34" charset="0"/>
              <a:buChar char="•"/>
            </a:pPr>
            <a:r>
              <a:rPr lang="en-US" sz="2000" spc="32" dirty="0">
                <a:solidFill>
                  <a:srgbClr val="FFFFFF"/>
                </a:solidFill>
                <a:latin typeface="Telegraf"/>
                <a:ea typeface="Telegraf"/>
                <a:cs typeface="Telegraf"/>
                <a:sym typeface="Telegraf"/>
              </a:rPr>
              <a:t>Retrieve news through </a:t>
            </a:r>
            <a:r>
              <a:rPr lang="en-US" sz="2000" spc="32" dirty="0" err="1">
                <a:solidFill>
                  <a:srgbClr val="FFFFFF"/>
                </a:solidFill>
                <a:latin typeface="Telegraf"/>
                <a:ea typeface="Telegraf"/>
                <a:cs typeface="Telegraf"/>
                <a:sym typeface="Telegraf"/>
              </a:rPr>
              <a:t>NewsAPI</a:t>
            </a:r>
            <a:endParaRPr lang="en-US" sz="2000" u="none" strike="noStrike" spc="32" dirty="0">
              <a:solidFill>
                <a:srgbClr val="FFFFFF"/>
              </a:solidFill>
              <a:latin typeface="Telegraf"/>
              <a:ea typeface="Telegraf"/>
              <a:cs typeface="Telegraf"/>
              <a:sym typeface="Telegraf"/>
            </a:endParaRPr>
          </a:p>
          <a:p>
            <a:pPr marL="342900" indent="-342900" algn="l">
              <a:lnSpc>
                <a:spcPts val="2800"/>
              </a:lnSpc>
              <a:buFont typeface="Arial" panose="020B0604020202020204" pitchFamily="34" charset="0"/>
              <a:buChar char="•"/>
            </a:pPr>
            <a:r>
              <a:rPr lang="en-US" sz="2000" spc="32" dirty="0">
                <a:solidFill>
                  <a:srgbClr val="FFFFFF"/>
                </a:solidFill>
                <a:latin typeface="Telegraf"/>
                <a:ea typeface="Telegraf"/>
                <a:cs typeface="Telegraf"/>
                <a:sym typeface="Telegraf"/>
              </a:rPr>
              <a:t>Remove duplicate articles</a:t>
            </a:r>
            <a:endParaRPr lang="en-US" sz="2000" u="none" strike="noStrike" spc="32" dirty="0">
              <a:solidFill>
                <a:srgbClr val="FFFFFF"/>
              </a:solidFill>
              <a:latin typeface="Telegraf"/>
              <a:ea typeface="Telegraf"/>
              <a:cs typeface="Telegraf"/>
              <a:sym typeface="Telegraf"/>
            </a:endParaRPr>
          </a:p>
          <a:p>
            <a:pPr marL="342900" indent="-342900" algn="l">
              <a:lnSpc>
                <a:spcPts val="2800"/>
              </a:lnSpc>
              <a:buFont typeface="Arial" panose="020B0604020202020204" pitchFamily="34" charset="0"/>
              <a:buChar char="•"/>
            </a:pPr>
            <a:r>
              <a:rPr lang="en-US" sz="2000" spc="32" dirty="0">
                <a:solidFill>
                  <a:srgbClr val="FFFFFF"/>
                </a:solidFill>
                <a:latin typeface="Telegraf"/>
                <a:ea typeface="Telegraf"/>
                <a:cs typeface="Telegraf"/>
                <a:sym typeface="Telegraf"/>
              </a:rPr>
              <a:t>Generate an AI research report</a:t>
            </a:r>
            <a:endParaRPr lang="en-US" sz="2000" u="none" strike="noStrike" spc="32" dirty="0">
              <a:solidFill>
                <a:srgbClr val="FFFFFF"/>
              </a:solidFill>
              <a:latin typeface="Telegraf"/>
              <a:ea typeface="Telegraf"/>
              <a:cs typeface="Telegraf"/>
              <a:sym typeface="Telegraf"/>
            </a:endParaRPr>
          </a:p>
          <a:p>
            <a:pPr marL="342900" indent="-342900" algn="l">
              <a:lnSpc>
                <a:spcPts val="2800"/>
              </a:lnSpc>
              <a:buFont typeface="Arial" panose="020B0604020202020204" pitchFamily="34" charset="0"/>
              <a:buChar char="•"/>
            </a:pPr>
            <a:r>
              <a:rPr lang="en-US" sz="2000" spc="32" dirty="0">
                <a:solidFill>
                  <a:srgbClr val="FFFFFF"/>
                </a:solidFill>
                <a:latin typeface="Telegraf"/>
                <a:ea typeface="Telegraf"/>
                <a:cs typeface="Telegraf"/>
                <a:sym typeface="Telegraf"/>
              </a:rPr>
              <a:t>Display source articles and links</a:t>
            </a:r>
            <a:endParaRPr lang="en-US" sz="2000" u="none" strike="noStrike" spc="32" dirty="0">
              <a:solidFill>
                <a:srgbClr val="FFFFFF"/>
              </a:solidFill>
              <a:latin typeface="Telegraf"/>
              <a:ea typeface="Telegraf"/>
              <a:cs typeface="Telegraf"/>
              <a:sym typeface="Telegraf"/>
            </a:endParaRPr>
          </a:p>
          <a:p>
            <a:pPr marL="342900" indent="-342900" algn="l">
              <a:lnSpc>
                <a:spcPts val="2800"/>
              </a:lnSpc>
              <a:buFont typeface="Arial" panose="020B0604020202020204" pitchFamily="34" charset="0"/>
              <a:buChar char="•"/>
            </a:pPr>
            <a:r>
              <a:rPr lang="en-US" sz="2000" spc="32" dirty="0">
                <a:solidFill>
                  <a:srgbClr val="FFFFFF"/>
                </a:solidFill>
                <a:latin typeface="Telegraf"/>
                <a:ea typeface="Telegraf"/>
                <a:cs typeface="Telegraf"/>
                <a:sym typeface="Telegraf"/>
              </a:rPr>
              <a:t>Provide an interactive </a:t>
            </a:r>
            <a:r>
              <a:rPr lang="en-US" sz="2000" spc="32" dirty="0" err="1">
                <a:solidFill>
                  <a:srgbClr val="FFFFFF"/>
                </a:solidFill>
                <a:latin typeface="Telegraf"/>
                <a:ea typeface="Telegraf"/>
                <a:cs typeface="Telegraf"/>
                <a:sym typeface="Telegraf"/>
              </a:rPr>
              <a:t>Streamlit</a:t>
            </a:r>
            <a:r>
              <a:rPr lang="en-US" sz="2000" spc="32" dirty="0">
                <a:solidFill>
                  <a:srgbClr val="FFFFFF"/>
                </a:solidFill>
                <a:latin typeface="Telegraf"/>
                <a:ea typeface="Telegraf"/>
                <a:cs typeface="Telegraf"/>
                <a:sym typeface="Telegraf"/>
              </a:rPr>
              <a:t> interface</a:t>
            </a:r>
            <a:endParaRPr lang="en-US" sz="2000" u="none" strike="noStrike" spc="32" dirty="0">
              <a:solidFill>
                <a:srgbClr val="FFFFFF"/>
              </a:solidFill>
              <a:latin typeface="Telegraf"/>
              <a:ea typeface="Telegraf"/>
              <a:cs typeface="Telegraf"/>
              <a:sym typeface="Telegraf"/>
            </a:endParaRPr>
          </a:p>
        </p:txBody>
      </p:sp>
      <p:sp>
        <p:nvSpPr>
          <p:cNvPr id="10" name="Rectangle 9">
            <a:extLst>
              <a:ext uri="{FF2B5EF4-FFF2-40B4-BE49-F238E27FC236}">
                <a16:creationId xmlns:a16="http://schemas.microsoft.com/office/drawing/2014/main" id="{AC359DC6-7BBA-05FD-93DA-15E7AA032BF6}"/>
              </a:ext>
            </a:extLst>
          </p:cNvPr>
          <p:cNvSpPr/>
          <p:nvPr/>
        </p:nvSpPr>
        <p:spPr>
          <a:xfrm>
            <a:off x="2285536" y="8845362"/>
            <a:ext cx="5762030" cy="132733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en-IN" dirty="0">
                <a:latin typeface="Telegraf" panose="020B0604020202020204" charset="0"/>
              </a:rPr>
              <a:t>“The objective is not simply to display news articles. The system should understand what the user is asking, perform multiple searches, process the retrieved information, and generate a useful research report.”</a:t>
            </a:r>
          </a:p>
        </p:txBody>
      </p:sp>
      <p:pic>
        <p:nvPicPr>
          <p:cNvPr id="12" name="Picture 11">
            <a:extLst>
              <a:ext uri="{FF2B5EF4-FFF2-40B4-BE49-F238E27FC236}">
                <a16:creationId xmlns:a16="http://schemas.microsoft.com/office/drawing/2014/main" id="{8462E531-6219-80EE-6616-B5AF2DC2CBE9}"/>
              </a:ext>
            </a:extLst>
          </p:cNvPr>
          <p:cNvPicPr>
            <a:picLocks noChangeAspect="1"/>
          </p:cNvPicPr>
          <p:nvPr/>
        </p:nvPicPr>
        <p:blipFill>
          <a:blip r:embed="rId4"/>
          <a:stretch>
            <a:fillRect/>
          </a:stretch>
        </p:blipFill>
        <p:spPr>
          <a:xfrm>
            <a:off x="0" y="10659"/>
            <a:ext cx="2819400" cy="93181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18518"/>
            </a:stretch>
          </a:blipFill>
        </p:spPr>
        <p:txBody>
          <a:bodyPr/>
          <a:lstStyle/>
          <a:p>
            <a:endParaRPr lang="en-IN" dirty="0"/>
          </a:p>
        </p:txBody>
      </p:sp>
      <p:grpSp>
        <p:nvGrpSpPr>
          <p:cNvPr id="3" name="Group 3"/>
          <p:cNvGrpSpPr/>
          <p:nvPr/>
        </p:nvGrpSpPr>
        <p:grpSpPr>
          <a:xfrm>
            <a:off x="1229588" y="3111803"/>
            <a:ext cx="571981" cy="57198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0A5FF">
                    <a:alpha val="100000"/>
                  </a:srgbClr>
                </a:gs>
                <a:gs pos="100000">
                  <a:srgbClr val="041E4E">
                    <a:alpha val="100000"/>
                  </a:srgbClr>
                </a:gs>
              </a:gsLst>
              <a:lin ang="5400000"/>
            </a:gradFill>
          </p:spPr>
        </p:sp>
        <p:sp>
          <p:nvSpPr>
            <p:cNvPr id="5" name="TextBox 5"/>
            <p:cNvSpPr txBox="1"/>
            <p:nvPr/>
          </p:nvSpPr>
          <p:spPr>
            <a:xfrm>
              <a:off x="76200" y="19050"/>
              <a:ext cx="660400" cy="717550"/>
            </a:xfrm>
            <a:prstGeom prst="rect">
              <a:avLst/>
            </a:prstGeom>
          </p:spPr>
          <p:txBody>
            <a:bodyPr lIns="0" tIns="0" rIns="0" bIns="0" rtlCol="0" anchor="ctr"/>
            <a:lstStyle/>
            <a:p>
              <a:pPr marL="0" lvl="0" indent="0" algn="ctr">
                <a:lnSpc>
                  <a:spcPts val="2600"/>
                </a:lnSpc>
                <a:spcBef>
                  <a:spcPct val="0"/>
                </a:spcBef>
              </a:pPr>
              <a:r>
                <a:rPr lang="en-US" sz="2000" spc="84">
                  <a:solidFill>
                    <a:srgbClr val="FFFFFF"/>
                  </a:solidFill>
                  <a:latin typeface="Telegraf"/>
                  <a:ea typeface="Telegraf"/>
                  <a:cs typeface="Telegraf"/>
                  <a:sym typeface="Telegraf"/>
                </a:rPr>
                <a:t>01</a:t>
              </a:r>
            </a:p>
          </p:txBody>
        </p:sp>
      </p:grpSp>
      <p:grpSp>
        <p:nvGrpSpPr>
          <p:cNvPr id="6" name="Group 6"/>
          <p:cNvGrpSpPr/>
          <p:nvPr/>
        </p:nvGrpSpPr>
        <p:grpSpPr>
          <a:xfrm>
            <a:off x="1229588" y="4628206"/>
            <a:ext cx="571981" cy="5719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0A5FF">
                    <a:alpha val="100000"/>
                  </a:srgbClr>
                </a:gs>
                <a:gs pos="100000">
                  <a:srgbClr val="041E4E">
                    <a:alpha val="100000"/>
                  </a:srgbClr>
                </a:gs>
              </a:gsLst>
              <a:lin ang="5400000"/>
            </a:gradFill>
          </p:spPr>
        </p:sp>
        <p:sp>
          <p:nvSpPr>
            <p:cNvPr id="8" name="TextBox 8"/>
            <p:cNvSpPr txBox="1"/>
            <p:nvPr/>
          </p:nvSpPr>
          <p:spPr>
            <a:xfrm>
              <a:off x="76200" y="19050"/>
              <a:ext cx="660400" cy="717550"/>
            </a:xfrm>
            <a:prstGeom prst="rect">
              <a:avLst/>
            </a:prstGeom>
          </p:spPr>
          <p:txBody>
            <a:bodyPr lIns="0" tIns="0" rIns="0" bIns="0" rtlCol="0" anchor="ctr"/>
            <a:lstStyle/>
            <a:p>
              <a:pPr marL="0" lvl="0" indent="0" algn="ctr">
                <a:lnSpc>
                  <a:spcPts val="2600"/>
                </a:lnSpc>
                <a:spcBef>
                  <a:spcPct val="0"/>
                </a:spcBef>
              </a:pPr>
              <a:r>
                <a:rPr lang="en-US" sz="2000" spc="84" dirty="0">
                  <a:solidFill>
                    <a:srgbClr val="FFFFFF"/>
                  </a:solidFill>
                  <a:latin typeface="Telegraf"/>
                  <a:ea typeface="Telegraf"/>
                  <a:cs typeface="Telegraf"/>
                  <a:sym typeface="Telegraf"/>
                </a:rPr>
                <a:t>02</a:t>
              </a:r>
            </a:p>
          </p:txBody>
        </p:sp>
      </p:grpSp>
      <p:grpSp>
        <p:nvGrpSpPr>
          <p:cNvPr id="9" name="Group 9"/>
          <p:cNvGrpSpPr/>
          <p:nvPr/>
        </p:nvGrpSpPr>
        <p:grpSpPr>
          <a:xfrm>
            <a:off x="1229588" y="6197468"/>
            <a:ext cx="571981" cy="57198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0A5FF">
                    <a:alpha val="100000"/>
                  </a:srgbClr>
                </a:gs>
                <a:gs pos="100000">
                  <a:srgbClr val="041E4E">
                    <a:alpha val="100000"/>
                  </a:srgbClr>
                </a:gs>
              </a:gsLst>
              <a:lin ang="5400000"/>
            </a:gradFill>
          </p:spPr>
        </p:sp>
        <p:sp>
          <p:nvSpPr>
            <p:cNvPr id="11" name="TextBox 11"/>
            <p:cNvSpPr txBox="1"/>
            <p:nvPr/>
          </p:nvSpPr>
          <p:spPr>
            <a:xfrm>
              <a:off x="76200" y="19050"/>
              <a:ext cx="660400" cy="717550"/>
            </a:xfrm>
            <a:prstGeom prst="rect">
              <a:avLst/>
            </a:prstGeom>
          </p:spPr>
          <p:txBody>
            <a:bodyPr lIns="0" tIns="0" rIns="0" bIns="0" rtlCol="0" anchor="ctr"/>
            <a:lstStyle/>
            <a:p>
              <a:pPr marL="0" lvl="0" indent="0" algn="ctr">
                <a:lnSpc>
                  <a:spcPts val="2600"/>
                </a:lnSpc>
                <a:spcBef>
                  <a:spcPct val="0"/>
                </a:spcBef>
              </a:pPr>
              <a:r>
                <a:rPr lang="en-US" sz="2000" spc="84">
                  <a:solidFill>
                    <a:srgbClr val="FFFFFF"/>
                  </a:solidFill>
                  <a:latin typeface="Telegraf"/>
                  <a:ea typeface="Telegraf"/>
                  <a:cs typeface="Telegraf"/>
                  <a:sym typeface="Telegraf"/>
                </a:rPr>
                <a:t>03</a:t>
              </a:r>
            </a:p>
          </p:txBody>
        </p:sp>
      </p:grpSp>
      <p:grpSp>
        <p:nvGrpSpPr>
          <p:cNvPr id="12" name="Group 12"/>
          <p:cNvGrpSpPr/>
          <p:nvPr/>
        </p:nvGrpSpPr>
        <p:grpSpPr>
          <a:xfrm>
            <a:off x="1229588" y="7814354"/>
            <a:ext cx="571981" cy="57198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0A5FF">
                    <a:alpha val="100000"/>
                  </a:srgbClr>
                </a:gs>
                <a:gs pos="100000">
                  <a:srgbClr val="041E4E">
                    <a:alpha val="100000"/>
                  </a:srgbClr>
                </a:gs>
              </a:gsLst>
              <a:lin ang="5400000"/>
            </a:gradFill>
          </p:spPr>
        </p:sp>
        <p:sp>
          <p:nvSpPr>
            <p:cNvPr id="14" name="TextBox 14"/>
            <p:cNvSpPr txBox="1"/>
            <p:nvPr/>
          </p:nvSpPr>
          <p:spPr>
            <a:xfrm>
              <a:off x="76200" y="19050"/>
              <a:ext cx="660400" cy="717550"/>
            </a:xfrm>
            <a:prstGeom prst="rect">
              <a:avLst/>
            </a:prstGeom>
          </p:spPr>
          <p:txBody>
            <a:bodyPr lIns="0" tIns="0" rIns="0" bIns="0" rtlCol="0" anchor="ctr"/>
            <a:lstStyle/>
            <a:p>
              <a:pPr marL="0" lvl="0" indent="0" algn="ctr">
                <a:lnSpc>
                  <a:spcPts val="2600"/>
                </a:lnSpc>
                <a:spcBef>
                  <a:spcPct val="0"/>
                </a:spcBef>
              </a:pPr>
              <a:r>
                <a:rPr lang="en-US" sz="2000" spc="84">
                  <a:solidFill>
                    <a:srgbClr val="FFFFFF"/>
                  </a:solidFill>
                  <a:latin typeface="Telegraf"/>
                  <a:ea typeface="Telegraf"/>
                  <a:cs typeface="Telegraf"/>
                  <a:sym typeface="Telegraf"/>
                </a:rPr>
                <a:t>04</a:t>
              </a:r>
            </a:p>
          </p:txBody>
        </p:sp>
      </p:grpSp>
      <p:sp>
        <p:nvSpPr>
          <p:cNvPr id="15" name="Freeform 15"/>
          <p:cNvSpPr/>
          <p:nvPr/>
        </p:nvSpPr>
        <p:spPr>
          <a:xfrm>
            <a:off x="10939039" y="1194461"/>
            <a:ext cx="6872146" cy="9092539"/>
          </a:xfrm>
          <a:custGeom>
            <a:avLst/>
            <a:gdLst/>
            <a:ahLst/>
            <a:cxnLst/>
            <a:rect l="l" t="t" r="r" b="b"/>
            <a:pathLst>
              <a:path w="6872146" h="9092539">
                <a:moveTo>
                  <a:pt x="0" y="0"/>
                </a:moveTo>
                <a:lnTo>
                  <a:pt x="6872146" y="0"/>
                </a:lnTo>
                <a:lnTo>
                  <a:pt x="6872146" y="9092539"/>
                </a:lnTo>
                <a:lnTo>
                  <a:pt x="0" y="9092539"/>
                </a:lnTo>
                <a:lnTo>
                  <a:pt x="0" y="0"/>
                </a:lnTo>
                <a:close/>
              </a:path>
            </a:pathLst>
          </a:custGeom>
          <a:blipFill>
            <a:blip r:embed="rId3"/>
            <a:stretch>
              <a:fillRect l="-76413"/>
            </a:stretch>
          </a:blipFill>
        </p:spPr>
      </p:sp>
      <p:sp>
        <p:nvSpPr>
          <p:cNvPr id="16" name="TextBox 16"/>
          <p:cNvSpPr txBox="1"/>
          <p:nvPr/>
        </p:nvSpPr>
        <p:spPr>
          <a:xfrm>
            <a:off x="1229588" y="1447555"/>
            <a:ext cx="9536271" cy="1370119"/>
          </a:xfrm>
          <a:prstGeom prst="rect">
            <a:avLst/>
          </a:prstGeom>
        </p:spPr>
        <p:txBody>
          <a:bodyPr lIns="0" tIns="0" rIns="0" bIns="0" rtlCol="0" anchor="t">
            <a:spAutoFit/>
          </a:bodyPr>
          <a:lstStyle/>
          <a:p>
            <a:pPr algn="l">
              <a:lnSpc>
                <a:spcPts val="11248"/>
              </a:lnSpc>
            </a:pPr>
            <a:r>
              <a:rPr lang="en-US" sz="8652" dirty="0">
                <a:solidFill>
                  <a:srgbClr val="FFFFFF"/>
                </a:solidFill>
                <a:latin typeface="Telegraf"/>
                <a:ea typeface="Telegraf"/>
                <a:cs typeface="Telegraf"/>
                <a:sym typeface="Telegraf"/>
              </a:rPr>
              <a:t>Technology Stack</a:t>
            </a:r>
          </a:p>
        </p:txBody>
      </p:sp>
      <p:sp>
        <p:nvSpPr>
          <p:cNvPr id="17" name="TextBox 17"/>
          <p:cNvSpPr txBox="1"/>
          <p:nvPr/>
        </p:nvSpPr>
        <p:spPr>
          <a:xfrm>
            <a:off x="2032183" y="3087746"/>
            <a:ext cx="8053372" cy="373244"/>
          </a:xfrm>
          <a:prstGeom prst="rect">
            <a:avLst/>
          </a:prstGeom>
        </p:spPr>
        <p:txBody>
          <a:bodyPr lIns="0" tIns="0" rIns="0" bIns="0" rtlCol="0" anchor="t">
            <a:spAutoFit/>
          </a:bodyPr>
          <a:lstStyle/>
          <a:p>
            <a:pPr marL="0" lvl="0" indent="0" algn="l">
              <a:lnSpc>
                <a:spcPts val="3107"/>
              </a:lnSpc>
            </a:pPr>
            <a:r>
              <a:rPr lang="en-US" sz="2219" spc="93" dirty="0">
                <a:solidFill>
                  <a:srgbClr val="FFFFFF"/>
                </a:solidFill>
                <a:latin typeface="Telegraf"/>
                <a:ea typeface="Telegraf"/>
                <a:cs typeface="Telegraf"/>
                <a:sym typeface="Telegraf"/>
              </a:rPr>
              <a:t>Python </a:t>
            </a:r>
            <a:r>
              <a:rPr lang="en-US" sz="2219" u="none" strike="noStrike" spc="93" dirty="0">
                <a:solidFill>
                  <a:srgbClr val="FFFFFF"/>
                </a:solidFill>
                <a:latin typeface="Telegraf"/>
                <a:ea typeface="Telegraf"/>
                <a:cs typeface="Telegraf"/>
                <a:sym typeface="Telegraf"/>
              </a:rPr>
              <a:t>           Core programming</a:t>
            </a:r>
          </a:p>
        </p:txBody>
      </p:sp>
      <p:sp>
        <p:nvSpPr>
          <p:cNvPr id="18" name="TextBox 18"/>
          <p:cNvSpPr txBox="1"/>
          <p:nvPr/>
        </p:nvSpPr>
        <p:spPr>
          <a:xfrm>
            <a:off x="2032183" y="4604149"/>
            <a:ext cx="8053372" cy="373244"/>
          </a:xfrm>
          <a:prstGeom prst="rect">
            <a:avLst/>
          </a:prstGeom>
        </p:spPr>
        <p:txBody>
          <a:bodyPr lIns="0" tIns="0" rIns="0" bIns="0" rtlCol="0" anchor="t">
            <a:spAutoFit/>
          </a:bodyPr>
          <a:lstStyle/>
          <a:p>
            <a:pPr marL="0" lvl="0" indent="0" algn="l">
              <a:lnSpc>
                <a:spcPts val="3107"/>
              </a:lnSpc>
            </a:pPr>
            <a:r>
              <a:rPr lang="en-US" sz="2219" u="none" strike="noStrike" spc="93" dirty="0" err="1">
                <a:solidFill>
                  <a:srgbClr val="FFFFFF"/>
                </a:solidFill>
                <a:latin typeface="Telegraf"/>
                <a:ea typeface="Telegraf"/>
                <a:cs typeface="Telegraf"/>
                <a:sym typeface="Telegraf"/>
              </a:rPr>
              <a:t>LangChain</a:t>
            </a:r>
            <a:r>
              <a:rPr lang="en-US" sz="2219" u="none" strike="noStrike" spc="93" dirty="0">
                <a:solidFill>
                  <a:srgbClr val="FFFFFF"/>
                </a:solidFill>
                <a:latin typeface="Telegraf"/>
                <a:ea typeface="Telegraf"/>
                <a:cs typeface="Telegraf"/>
                <a:sym typeface="Telegraf"/>
              </a:rPr>
              <a:t>            LLM application framework</a:t>
            </a:r>
          </a:p>
        </p:txBody>
      </p:sp>
      <p:sp>
        <p:nvSpPr>
          <p:cNvPr id="19" name="TextBox 19"/>
          <p:cNvSpPr txBox="1"/>
          <p:nvPr/>
        </p:nvSpPr>
        <p:spPr>
          <a:xfrm>
            <a:off x="2032183" y="6173411"/>
            <a:ext cx="8053372" cy="373244"/>
          </a:xfrm>
          <a:prstGeom prst="rect">
            <a:avLst/>
          </a:prstGeom>
        </p:spPr>
        <p:txBody>
          <a:bodyPr lIns="0" tIns="0" rIns="0" bIns="0" rtlCol="0" anchor="t">
            <a:spAutoFit/>
          </a:bodyPr>
          <a:lstStyle/>
          <a:p>
            <a:pPr marL="0" lvl="0" indent="0" algn="l">
              <a:lnSpc>
                <a:spcPts val="3107"/>
              </a:lnSpc>
            </a:pPr>
            <a:r>
              <a:rPr lang="en-US" sz="2219" spc="93" dirty="0" err="1">
                <a:solidFill>
                  <a:srgbClr val="FFFFFF"/>
                </a:solidFill>
                <a:latin typeface="Telegraf"/>
                <a:ea typeface="Telegraf"/>
                <a:cs typeface="Telegraf"/>
                <a:sym typeface="Telegraf"/>
              </a:rPr>
              <a:t>Groq</a:t>
            </a:r>
            <a:r>
              <a:rPr lang="en-US" sz="2219" spc="93" dirty="0">
                <a:solidFill>
                  <a:srgbClr val="FFFFFF"/>
                </a:solidFill>
                <a:latin typeface="Telegraf"/>
                <a:ea typeface="Telegraf"/>
                <a:cs typeface="Telegraf"/>
                <a:sym typeface="Telegraf"/>
              </a:rPr>
              <a:t>          </a:t>
            </a:r>
            <a:r>
              <a:rPr lang="en-US" sz="2219" u="none" strike="noStrike" spc="93" dirty="0">
                <a:solidFill>
                  <a:srgbClr val="FFFFFF"/>
                </a:solidFill>
                <a:latin typeface="Telegraf"/>
                <a:ea typeface="Telegraf"/>
                <a:cs typeface="Telegraf"/>
                <a:sym typeface="Telegraf"/>
              </a:rPr>
              <a:t> Large language model inference</a:t>
            </a:r>
          </a:p>
        </p:txBody>
      </p:sp>
      <p:sp>
        <p:nvSpPr>
          <p:cNvPr id="20" name="TextBox 20"/>
          <p:cNvSpPr txBox="1"/>
          <p:nvPr/>
        </p:nvSpPr>
        <p:spPr>
          <a:xfrm>
            <a:off x="2032183" y="7790297"/>
            <a:ext cx="8053372" cy="373244"/>
          </a:xfrm>
          <a:prstGeom prst="rect">
            <a:avLst/>
          </a:prstGeom>
        </p:spPr>
        <p:txBody>
          <a:bodyPr lIns="0" tIns="0" rIns="0" bIns="0" rtlCol="0" anchor="t">
            <a:spAutoFit/>
          </a:bodyPr>
          <a:lstStyle/>
          <a:p>
            <a:pPr marL="0" lvl="0" indent="0" algn="l">
              <a:lnSpc>
                <a:spcPts val="3107"/>
              </a:lnSpc>
            </a:pPr>
            <a:r>
              <a:rPr lang="en-US" sz="2219" spc="93" dirty="0" err="1">
                <a:solidFill>
                  <a:srgbClr val="FFFFFF"/>
                </a:solidFill>
                <a:latin typeface="Telegraf"/>
                <a:ea typeface="Telegraf"/>
                <a:cs typeface="Telegraf"/>
                <a:sym typeface="Telegraf"/>
              </a:rPr>
              <a:t>NewsAPI</a:t>
            </a:r>
            <a:r>
              <a:rPr lang="en-US" sz="2219" spc="93" dirty="0">
                <a:solidFill>
                  <a:srgbClr val="FFFFFF"/>
                </a:solidFill>
                <a:latin typeface="Telegraf"/>
                <a:ea typeface="Telegraf"/>
                <a:cs typeface="Telegraf"/>
                <a:sym typeface="Telegraf"/>
              </a:rPr>
              <a:t>           </a:t>
            </a:r>
            <a:r>
              <a:rPr lang="en-US" sz="2219" u="none" strike="noStrike" spc="93" dirty="0">
                <a:solidFill>
                  <a:srgbClr val="FFFFFF"/>
                </a:solidFill>
                <a:latin typeface="Telegraf"/>
                <a:ea typeface="Telegraf"/>
                <a:cs typeface="Telegraf"/>
                <a:sym typeface="Telegraf"/>
              </a:rPr>
              <a:t>News retrieval</a:t>
            </a:r>
          </a:p>
        </p:txBody>
      </p:sp>
      <p:sp>
        <p:nvSpPr>
          <p:cNvPr id="23" name="Arrow: Right 22">
            <a:extLst>
              <a:ext uri="{FF2B5EF4-FFF2-40B4-BE49-F238E27FC236}">
                <a16:creationId xmlns:a16="http://schemas.microsoft.com/office/drawing/2014/main" id="{F56BF4C6-FD90-3A07-73F5-DE5127D19CAF}"/>
              </a:ext>
            </a:extLst>
          </p:cNvPr>
          <p:cNvSpPr/>
          <p:nvPr/>
        </p:nvSpPr>
        <p:spPr>
          <a:xfrm>
            <a:off x="3200400" y="3058399"/>
            <a:ext cx="633352"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Arrow: Right 24">
            <a:extLst>
              <a:ext uri="{FF2B5EF4-FFF2-40B4-BE49-F238E27FC236}">
                <a16:creationId xmlns:a16="http://schemas.microsoft.com/office/drawing/2014/main" id="{EE5C77F8-F3D9-61AE-9CB1-725F196F1D14}"/>
              </a:ext>
            </a:extLst>
          </p:cNvPr>
          <p:cNvSpPr/>
          <p:nvPr/>
        </p:nvSpPr>
        <p:spPr>
          <a:xfrm>
            <a:off x="3657600" y="4560127"/>
            <a:ext cx="633352"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7" name="Arrow: Right 26">
            <a:extLst>
              <a:ext uri="{FF2B5EF4-FFF2-40B4-BE49-F238E27FC236}">
                <a16:creationId xmlns:a16="http://schemas.microsoft.com/office/drawing/2014/main" id="{1C871078-1BA7-1901-8DD7-5A6BE40BAEBC}"/>
              </a:ext>
            </a:extLst>
          </p:cNvPr>
          <p:cNvSpPr/>
          <p:nvPr/>
        </p:nvSpPr>
        <p:spPr>
          <a:xfrm>
            <a:off x="2868976" y="6173411"/>
            <a:ext cx="633352"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9" name="Arrow: Right 28">
            <a:extLst>
              <a:ext uri="{FF2B5EF4-FFF2-40B4-BE49-F238E27FC236}">
                <a16:creationId xmlns:a16="http://schemas.microsoft.com/office/drawing/2014/main" id="{91266F79-F0DC-BC1A-0301-5F25D6757F5E}"/>
              </a:ext>
            </a:extLst>
          </p:cNvPr>
          <p:cNvSpPr/>
          <p:nvPr/>
        </p:nvSpPr>
        <p:spPr>
          <a:xfrm>
            <a:off x="3502328" y="7742673"/>
            <a:ext cx="633352"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1" name="Picture 30">
            <a:extLst>
              <a:ext uri="{FF2B5EF4-FFF2-40B4-BE49-F238E27FC236}">
                <a16:creationId xmlns:a16="http://schemas.microsoft.com/office/drawing/2014/main" id="{72265342-1F81-F3E7-40C7-21095E7A9900}"/>
              </a:ext>
            </a:extLst>
          </p:cNvPr>
          <p:cNvPicPr>
            <a:picLocks noChangeAspect="1"/>
          </p:cNvPicPr>
          <p:nvPr/>
        </p:nvPicPr>
        <p:blipFill>
          <a:blip r:embed="rId4"/>
          <a:stretch>
            <a:fillRect/>
          </a:stretch>
        </p:blipFill>
        <p:spPr>
          <a:xfrm>
            <a:off x="0" y="10659"/>
            <a:ext cx="2819400" cy="93181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95DE5-010D-A80B-1B6E-209C9E5E6A9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074F6BA-744B-1909-BC6A-665261330004}"/>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18518"/>
            </a:stretch>
          </a:blipFill>
        </p:spPr>
        <p:txBody>
          <a:bodyPr/>
          <a:lstStyle/>
          <a:p>
            <a:endParaRPr lang="en-IN" dirty="0"/>
          </a:p>
        </p:txBody>
      </p:sp>
      <p:grpSp>
        <p:nvGrpSpPr>
          <p:cNvPr id="3" name="Group 3">
            <a:extLst>
              <a:ext uri="{FF2B5EF4-FFF2-40B4-BE49-F238E27FC236}">
                <a16:creationId xmlns:a16="http://schemas.microsoft.com/office/drawing/2014/main" id="{0950B93A-C124-79FE-5F0F-8A6A9EF54D9C}"/>
              </a:ext>
            </a:extLst>
          </p:cNvPr>
          <p:cNvGrpSpPr/>
          <p:nvPr/>
        </p:nvGrpSpPr>
        <p:grpSpPr>
          <a:xfrm>
            <a:off x="1229588" y="3111803"/>
            <a:ext cx="571981" cy="571981"/>
            <a:chOff x="0" y="0"/>
            <a:chExt cx="812800" cy="812800"/>
          </a:xfrm>
        </p:grpSpPr>
        <p:sp>
          <p:nvSpPr>
            <p:cNvPr id="4" name="Freeform 4">
              <a:extLst>
                <a:ext uri="{FF2B5EF4-FFF2-40B4-BE49-F238E27FC236}">
                  <a16:creationId xmlns:a16="http://schemas.microsoft.com/office/drawing/2014/main" id="{D3D1B943-5A9E-F0F3-5F78-B602EC64451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0A5FF">
                    <a:alpha val="100000"/>
                  </a:srgbClr>
                </a:gs>
                <a:gs pos="100000">
                  <a:srgbClr val="041E4E">
                    <a:alpha val="100000"/>
                  </a:srgbClr>
                </a:gs>
              </a:gsLst>
              <a:lin ang="5400000"/>
            </a:gradFill>
          </p:spPr>
        </p:sp>
        <p:sp>
          <p:nvSpPr>
            <p:cNvPr id="5" name="TextBox 5">
              <a:extLst>
                <a:ext uri="{FF2B5EF4-FFF2-40B4-BE49-F238E27FC236}">
                  <a16:creationId xmlns:a16="http://schemas.microsoft.com/office/drawing/2014/main" id="{88DFA549-57AB-2348-C6BC-80A2B2B79AD7}"/>
                </a:ext>
              </a:extLst>
            </p:cNvPr>
            <p:cNvSpPr txBox="1"/>
            <p:nvPr/>
          </p:nvSpPr>
          <p:spPr>
            <a:xfrm>
              <a:off x="76200" y="19050"/>
              <a:ext cx="660400" cy="717550"/>
            </a:xfrm>
            <a:prstGeom prst="rect">
              <a:avLst/>
            </a:prstGeom>
          </p:spPr>
          <p:txBody>
            <a:bodyPr lIns="0" tIns="0" rIns="0" bIns="0" rtlCol="0" anchor="ctr"/>
            <a:lstStyle/>
            <a:p>
              <a:pPr marL="0" lvl="0" indent="0" algn="ctr">
                <a:lnSpc>
                  <a:spcPts val="2600"/>
                </a:lnSpc>
                <a:spcBef>
                  <a:spcPct val="0"/>
                </a:spcBef>
              </a:pPr>
              <a:r>
                <a:rPr lang="en-US" sz="2000" spc="84" dirty="0">
                  <a:solidFill>
                    <a:srgbClr val="FFFFFF"/>
                  </a:solidFill>
                  <a:latin typeface="Telegraf"/>
                  <a:ea typeface="Telegraf"/>
                  <a:cs typeface="Telegraf"/>
                  <a:sym typeface="Telegraf"/>
                </a:rPr>
                <a:t>05</a:t>
              </a:r>
            </a:p>
          </p:txBody>
        </p:sp>
      </p:grpSp>
      <p:grpSp>
        <p:nvGrpSpPr>
          <p:cNvPr id="6" name="Group 6">
            <a:extLst>
              <a:ext uri="{FF2B5EF4-FFF2-40B4-BE49-F238E27FC236}">
                <a16:creationId xmlns:a16="http://schemas.microsoft.com/office/drawing/2014/main" id="{6CFE2614-DDE8-0F43-261D-45617509D592}"/>
              </a:ext>
            </a:extLst>
          </p:cNvPr>
          <p:cNvGrpSpPr/>
          <p:nvPr/>
        </p:nvGrpSpPr>
        <p:grpSpPr>
          <a:xfrm>
            <a:off x="1229588" y="4628206"/>
            <a:ext cx="571981" cy="571981"/>
            <a:chOff x="0" y="0"/>
            <a:chExt cx="812800" cy="812800"/>
          </a:xfrm>
        </p:grpSpPr>
        <p:sp>
          <p:nvSpPr>
            <p:cNvPr id="7" name="Freeform 7">
              <a:extLst>
                <a:ext uri="{FF2B5EF4-FFF2-40B4-BE49-F238E27FC236}">
                  <a16:creationId xmlns:a16="http://schemas.microsoft.com/office/drawing/2014/main" id="{2061D55A-3144-36E9-813C-B0A62476087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0A5FF">
                    <a:alpha val="100000"/>
                  </a:srgbClr>
                </a:gs>
                <a:gs pos="100000">
                  <a:srgbClr val="041E4E">
                    <a:alpha val="100000"/>
                  </a:srgbClr>
                </a:gs>
              </a:gsLst>
              <a:lin ang="5400000"/>
            </a:gradFill>
          </p:spPr>
        </p:sp>
        <p:sp>
          <p:nvSpPr>
            <p:cNvPr id="8" name="TextBox 8">
              <a:extLst>
                <a:ext uri="{FF2B5EF4-FFF2-40B4-BE49-F238E27FC236}">
                  <a16:creationId xmlns:a16="http://schemas.microsoft.com/office/drawing/2014/main" id="{6868E2F8-1860-2868-2672-A335F614CB07}"/>
                </a:ext>
              </a:extLst>
            </p:cNvPr>
            <p:cNvSpPr txBox="1"/>
            <p:nvPr/>
          </p:nvSpPr>
          <p:spPr>
            <a:xfrm>
              <a:off x="76200" y="19050"/>
              <a:ext cx="660400" cy="717550"/>
            </a:xfrm>
            <a:prstGeom prst="rect">
              <a:avLst/>
            </a:prstGeom>
          </p:spPr>
          <p:txBody>
            <a:bodyPr lIns="0" tIns="0" rIns="0" bIns="0" rtlCol="0" anchor="ctr"/>
            <a:lstStyle/>
            <a:p>
              <a:pPr marL="0" lvl="0" indent="0" algn="ctr">
                <a:lnSpc>
                  <a:spcPts val="2600"/>
                </a:lnSpc>
                <a:spcBef>
                  <a:spcPct val="0"/>
                </a:spcBef>
              </a:pPr>
              <a:r>
                <a:rPr lang="en-US" sz="2000" spc="84" dirty="0">
                  <a:solidFill>
                    <a:srgbClr val="FFFFFF"/>
                  </a:solidFill>
                  <a:latin typeface="Telegraf"/>
                  <a:ea typeface="Telegraf"/>
                  <a:cs typeface="Telegraf"/>
                  <a:sym typeface="Telegraf"/>
                </a:rPr>
                <a:t>06</a:t>
              </a:r>
            </a:p>
          </p:txBody>
        </p:sp>
      </p:grpSp>
      <p:grpSp>
        <p:nvGrpSpPr>
          <p:cNvPr id="9" name="Group 9">
            <a:extLst>
              <a:ext uri="{FF2B5EF4-FFF2-40B4-BE49-F238E27FC236}">
                <a16:creationId xmlns:a16="http://schemas.microsoft.com/office/drawing/2014/main" id="{9F93C231-C206-9D98-56CE-A26210DA068F}"/>
              </a:ext>
            </a:extLst>
          </p:cNvPr>
          <p:cNvGrpSpPr/>
          <p:nvPr/>
        </p:nvGrpSpPr>
        <p:grpSpPr>
          <a:xfrm>
            <a:off x="1229588" y="6197468"/>
            <a:ext cx="571981" cy="571981"/>
            <a:chOff x="0" y="0"/>
            <a:chExt cx="812800" cy="812800"/>
          </a:xfrm>
        </p:grpSpPr>
        <p:sp>
          <p:nvSpPr>
            <p:cNvPr id="10" name="Freeform 10">
              <a:extLst>
                <a:ext uri="{FF2B5EF4-FFF2-40B4-BE49-F238E27FC236}">
                  <a16:creationId xmlns:a16="http://schemas.microsoft.com/office/drawing/2014/main" id="{5D905111-D6CD-2A95-E988-46EF4701B06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0A5FF">
                    <a:alpha val="100000"/>
                  </a:srgbClr>
                </a:gs>
                <a:gs pos="100000">
                  <a:srgbClr val="041E4E">
                    <a:alpha val="100000"/>
                  </a:srgbClr>
                </a:gs>
              </a:gsLst>
              <a:lin ang="5400000"/>
            </a:gradFill>
          </p:spPr>
        </p:sp>
        <p:sp>
          <p:nvSpPr>
            <p:cNvPr id="11" name="TextBox 11">
              <a:extLst>
                <a:ext uri="{FF2B5EF4-FFF2-40B4-BE49-F238E27FC236}">
                  <a16:creationId xmlns:a16="http://schemas.microsoft.com/office/drawing/2014/main" id="{02B151DA-0BAF-DB27-1E04-C2C84F96B3C9}"/>
                </a:ext>
              </a:extLst>
            </p:cNvPr>
            <p:cNvSpPr txBox="1"/>
            <p:nvPr/>
          </p:nvSpPr>
          <p:spPr>
            <a:xfrm>
              <a:off x="76200" y="19050"/>
              <a:ext cx="660400" cy="717550"/>
            </a:xfrm>
            <a:prstGeom prst="rect">
              <a:avLst/>
            </a:prstGeom>
          </p:spPr>
          <p:txBody>
            <a:bodyPr lIns="0" tIns="0" rIns="0" bIns="0" rtlCol="0" anchor="ctr"/>
            <a:lstStyle/>
            <a:p>
              <a:pPr marL="0" lvl="0" indent="0" algn="ctr">
                <a:lnSpc>
                  <a:spcPts val="2600"/>
                </a:lnSpc>
                <a:spcBef>
                  <a:spcPct val="0"/>
                </a:spcBef>
              </a:pPr>
              <a:r>
                <a:rPr lang="en-US" sz="2000" spc="84" dirty="0">
                  <a:solidFill>
                    <a:srgbClr val="FFFFFF"/>
                  </a:solidFill>
                  <a:latin typeface="Telegraf"/>
                  <a:ea typeface="Telegraf"/>
                  <a:cs typeface="Telegraf"/>
                  <a:sym typeface="Telegraf"/>
                </a:rPr>
                <a:t>07</a:t>
              </a:r>
            </a:p>
          </p:txBody>
        </p:sp>
      </p:grpSp>
      <p:sp>
        <p:nvSpPr>
          <p:cNvPr id="15" name="Freeform 15">
            <a:extLst>
              <a:ext uri="{FF2B5EF4-FFF2-40B4-BE49-F238E27FC236}">
                <a16:creationId xmlns:a16="http://schemas.microsoft.com/office/drawing/2014/main" id="{B72A9AB4-E103-5D66-41C4-7DF2313BC059}"/>
              </a:ext>
            </a:extLst>
          </p:cNvPr>
          <p:cNvSpPr/>
          <p:nvPr/>
        </p:nvSpPr>
        <p:spPr>
          <a:xfrm>
            <a:off x="10939039" y="1194461"/>
            <a:ext cx="6872146" cy="9092539"/>
          </a:xfrm>
          <a:custGeom>
            <a:avLst/>
            <a:gdLst/>
            <a:ahLst/>
            <a:cxnLst/>
            <a:rect l="l" t="t" r="r" b="b"/>
            <a:pathLst>
              <a:path w="6872146" h="9092539">
                <a:moveTo>
                  <a:pt x="0" y="0"/>
                </a:moveTo>
                <a:lnTo>
                  <a:pt x="6872146" y="0"/>
                </a:lnTo>
                <a:lnTo>
                  <a:pt x="6872146" y="9092539"/>
                </a:lnTo>
                <a:lnTo>
                  <a:pt x="0" y="9092539"/>
                </a:lnTo>
                <a:lnTo>
                  <a:pt x="0" y="0"/>
                </a:lnTo>
                <a:close/>
              </a:path>
            </a:pathLst>
          </a:custGeom>
          <a:blipFill>
            <a:blip r:embed="rId3"/>
            <a:stretch>
              <a:fillRect l="-76413"/>
            </a:stretch>
          </a:blipFill>
        </p:spPr>
      </p:sp>
      <p:sp>
        <p:nvSpPr>
          <p:cNvPr id="16" name="TextBox 16">
            <a:extLst>
              <a:ext uri="{FF2B5EF4-FFF2-40B4-BE49-F238E27FC236}">
                <a16:creationId xmlns:a16="http://schemas.microsoft.com/office/drawing/2014/main" id="{B9FD9D97-883D-1329-F957-EAB1A71E84D8}"/>
              </a:ext>
            </a:extLst>
          </p:cNvPr>
          <p:cNvSpPr txBox="1"/>
          <p:nvPr/>
        </p:nvSpPr>
        <p:spPr>
          <a:xfrm>
            <a:off x="1229588" y="1447555"/>
            <a:ext cx="9536271" cy="1370119"/>
          </a:xfrm>
          <a:prstGeom prst="rect">
            <a:avLst/>
          </a:prstGeom>
        </p:spPr>
        <p:txBody>
          <a:bodyPr lIns="0" tIns="0" rIns="0" bIns="0" rtlCol="0" anchor="t">
            <a:spAutoFit/>
          </a:bodyPr>
          <a:lstStyle/>
          <a:p>
            <a:pPr algn="l">
              <a:lnSpc>
                <a:spcPts val="11248"/>
              </a:lnSpc>
            </a:pPr>
            <a:r>
              <a:rPr lang="en-US" sz="8652" dirty="0">
                <a:solidFill>
                  <a:srgbClr val="FFFFFF"/>
                </a:solidFill>
                <a:latin typeface="Telegraf"/>
                <a:ea typeface="Telegraf"/>
                <a:cs typeface="Telegraf"/>
                <a:sym typeface="Telegraf"/>
              </a:rPr>
              <a:t>Technology Stack</a:t>
            </a:r>
          </a:p>
        </p:txBody>
      </p:sp>
      <p:sp>
        <p:nvSpPr>
          <p:cNvPr id="17" name="TextBox 17">
            <a:extLst>
              <a:ext uri="{FF2B5EF4-FFF2-40B4-BE49-F238E27FC236}">
                <a16:creationId xmlns:a16="http://schemas.microsoft.com/office/drawing/2014/main" id="{311914C5-C4DD-A714-9D81-35FEE458F148}"/>
              </a:ext>
            </a:extLst>
          </p:cNvPr>
          <p:cNvSpPr txBox="1"/>
          <p:nvPr/>
        </p:nvSpPr>
        <p:spPr>
          <a:xfrm>
            <a:off x="2032183" y="3087746"/>
            <a:ext cx="8053372" cy="373244"/>
          </a:xfrm>
          <a:prstGeom prst="rect">
            <a:avLst/>
          </a:prstGeom>
        </p:spPr>
        <p:txBody>
          <a:bodyPr lIns="0" tIns="0" rIns="0" bIns="0" rtlCol="0" anchor="t">
            <a:spAutoFit/>
          </a:bodyPr>
          <a:lstStyle/>
          <a:p>
            <a:pPr marL="0" lvl="0" indent="0" algn="l">
              <a:lnSpc>
                <a:spcPts val="3107"/>
              </a:lnSpc>
            </a:pPr>
            <a:r>
              <a:rPr lang="en-US" sz="2219" spc="93" dirty="0" err="1">
                <a:solidFill>
                  <a:srgbClr val="FFFFFF"/>
                </a:solidFill>
                <a:latin typeface="Telegraf"/>
                <a:ea typeface="Telegraf"/>
                <a:cs typeface="Telegraf"/>
                <a:sym typeface="Telegraf"/>
              </a:rPr>
              <a:t>Streamlit</a:t>
            </a:r>
            <a:r>
              <a:rPr lang="en-US" sz="2219" spc="93" dirty="0">
                <a:solidFill>
                  <a:srgbClr val="FFFFFF"/>
                </a:solidFill>
                <a:latin typeface="Telegraf"/>
                <a:ea typeface="Telegraf"/>
                <a:cs typeface="Telegraf"/>
                <a:sym typeface="Telegraf"/>
              </a:rPr>
              <a:t> </a:t>
            </a:r>
            <a:r>
              <a:rPr lang="en-US" sz="2219" u="none" strike="noStrike" spc="93" dirty="0">
                <a:solidFill>
                  <a:srgbClr val="FFFFFF"/>
                </a:solidFill>
                <a:latin typeface="Telegraf"/>
                <a:ea typeface="Telegraf"/>
                <a:cs typeface="Telegraf"/>
                <a:sym typeface="Telegraf"/>
              </a:rPr>
              <a:t>           Web application</a:t>
            </a:r>
          </a:p>
        </p:txBody>
      </p:sp>
      <p:sp>
        <p:nvSpPr>
          <p:cNvPr id="18" name="TextBox 18">
            <a:extLst>
              <a:ext uri="{FF2B5EF4-FFF2-40B4-BE49-F238E27FC236}">
                <a16:creationId xmlns:a16="http://schemas.microsoft.com/office/drawing/2014/main" id="{33ECE593-51CF-32D8-5773-E3B951ACFF82}"/>
              </a:ext>
            </a:extLst>
          </p:cNvPr>
          <p:cNvSpPr txBox="1"/>
          <p:nvPr/>
        </p:nvSpPr>
        <p:spPr>
          <a:xfrm>
            <a:off x="2032183" y="4604149"/>
            <a:ext cx="8053372" cy="373244"/>
          </a:xfrm>
          <a:prstGeom prst="rect">
            <a:avLst/>
          </a:prstGeom>
        </p:spPr>
        <p:txBody>
          <a:bodyPr lIns="0" tIns="0" rIns="0" bIns="0" rtlCol="0" anchor="t">
            <a:spAutoFit/>
          </a:bodyPr>
          <a:lstStyle/>
          <a:p>
            <a:pPr marL="0" lvl="0" indent="0" algn="l">
              <a:lnSpc>
                <a:spcPts val="3107"/>
              </a:lnSpc>
            </a:pPr>
            <a:r>
              <a:rPr lang="en-US" sz="2219" spc="93" dirty="0">
                <a:solidFill>
                  <a:srgbClr val="FFFFFF"/>
                </a:solidFill>
                <a:latin typeface="Telegraf"/>
                <a:ea typeface="Telegraf"/>
                <a:cs typeface="Telegraf"/>
                <a:sym typeface="Telegraf"/>
              </a:rPr>
              <a:t>Python-</a:t>
            </a:r>
            <a:r>
              <a:rPr lang="en-US" sz="2219" spc="93" dirty="0" err="1">
                <a:solidFill>
                  <a:srgbClr val="FFFFFF"/>
                </a:solidFill>
                <a:latin typeface="Telegraf"/>
                <a:ea typeface="Telegraf"/>
                <a:cs typeface="Telegraf"/>
                <a:sym typeface="Telegraf"/>
              </a:rPr>
              <a:t>dotenv</a:t>
            </a:r>
            <a:r>
              <a:rPr lang="en-US" sz="2219" u="none" strike="noStrike" spc="93" dirty="0">
                <a:solidFill>
                  <a:srgbClr val="FFFFFF"/>
                </a:solidFill>
                <a:latin typeface="Telegraf"/>
                <a:ea typeface="Telegraf"/>
                <a:cs typeface="Telegraf"/>
                <a:sym typeface="Telegraf"/>
              </a:rPr>
              <a:t>            </a:t>
            </a:r>
            <a:r>
              <a:rPr lang="en-US" sz="2219" spc="93" dirty="0">
                <a:solidFill>
                  <a:srgbClr val="FFFFFF"/>
                </a:solidFill>
                <a:latin typeface="Telegraf"/>
                <a:ea typeface="Telegraf"/>
                <a:cs typeface="Telegraf"/>
                <a:sym typeface="Telegraf"/>
              </a:rPr>
              <a:t>API key management</a:t>
            </a:r>
            <a:endParaRPr lang="en-US" sz="2219" u="none" strike="noStrike" spc="93" dirty="0">
              <a:solidFill>
                <a:srgbClr val="FFFFFF"/>
              </a:solidFill>
              <a:latin typeface="Telegraf"/>
              <a:ea typeface="Telegraf"/>
              <a:cs typeface="Telegraf"/>
              <a:sym typeface="Telegraf"/>
            </a:endParaRPr>
          </a:p>
        </p:txBody>
      </p:sp>
      <p:sp>
        <p:nvSpPr>
          <p:cNvPr id="19" name="TextBox 19">
            <a:extLst>
              <a:ext uri="{FF2B5EF4-FFF2-40B4-BE49-F238E27FC236}">
                <a16:creationId xmlns:a16="http://schemas.microsoft.com/office/drawing/2014/main" id="{B28EBC6E-0BD2-573C-13D0-5FF7F5B7C60F}"/>
              </a:ext>
            </a:extLst>
          </p:cNvPr>
          <p:cNvSpPr txBox="1"/>
          <p:nvPr/>
        </p:nvSpPr>
        <p:spPr>
          <a:xfrm>
            <a:off x="2032183" y="6173411"/>
            <a:ext cx="8053372" cy="373244"/>
          </a:xfrm>
          <a:prstGeom prst="rect">
            <a:avLst/>
          </a:prstGeom>
        </p:spPr>
        <p:txBody>
          <a:bodyPr lIns="0" tIns="0" rIns="0" bIns="0" rtlCol="0" anchor="t">
            <a:spAutoFit/>
          </a:bodyPr>
          <a:lstStyle/>
          <a:p>
            <a:pPr marL="0" lvl="0" indent="0" algn="l">
              <a:lnSpc>
                <a:spcPts val="3107"/>
              </a:lnSpc>
            </a:pPr>
            <a:r>
              <a:rPr lang="en-US" sz="2219" spc="93" dirty="0">
                <a:solidFill>
                  <a:srgbClr val="FFFFFF"/>
                </a:solidFill>
                <a:latin typeface="Telegraf"/>
                <a:ea typeface="Telegraf"/>
                <a:cs typeface="Telegraf"/>
                <a:sym typeface="Telegraf"/>
              </a:rPr>
              <a:t>JSON          </a:t>
            </a:r>
            <a:r>
              <a:rPr lang="en-US" sz="2219" u="none" strike="noStrike" spc="93" dirty="0">
                <a:solidFill>
                  <a:srgbClr val="FFFFFF"/>
                </a:solidFill>
                <a:latin typeface="Telegraf"/>
                <a:ea typeface="Telegraf"/>
                <a:cs typeface="Telegraf"/>
                <a:sym typeface="Telegraf"/>
              </a:rPr>
              <a:t> Query-analysis data structure</a:t>
            </a:r>
          </a:p>
        </p:txBody>
      </p:sp>
      <p:sp>
        <p:nvSpPr>
          <p:cNvPr id="20" name="TextBox 20">
            <a:extLst>
              <a:ext uri="{FF2B5EF4-FFF2-40B4-BE49-F238E27FC236}">
                <a16:creationId xmlns:a16="http://schemas.microsoft.com/office/drawing/2014/main" id="{7F096CB4-C8DA-0712-DDC5-9045AFC2F290}"/>
              </a:ext>
            </a:extLst>
          </p:cNvPr>
          <p:cNvSpPr txBox="1"/>
          <p:nvPr/>
        </p:nvSpPr>
        <p:spPr>
          <a:xfrm>
            <a:off x="1801569" y="7854061"/>
            <a:ext cx="8053372" cy="1477328"/>
          </a:xfrm>
          <a:prstGeom prst="rect">
            <a:avLst/>
          </a:prstGeom>
        </p:spPr>
        <p:txBody>
          <a:bodyPr lIns="0" tIns="0" rIns="0" bIns="0" rtlCol="0" anchor="t">
            <a:spAutoFit/>
          </a:bodyPr>
          <a:lstStyle/>
          <a:p>
            <a:pPr marL="342900" lvl="0" indent="-342900">
              <a:lnSpc>
                <a:spcPct val="100000"/>
              </a:lnSpc>
              <a:buFont typeface="Wingdings" panose="05000000000000000000" pitchFamily="2" charset="2"/>
              <a:buChar char="Ø"/>
            </a:pPr>
            <a:r>
              <a:rPr lang="en-IN" sz="2400" dirty="0">
                <a:solidFill>
                  <a:schemeClr val="bg1"/>
                </a:solidFill>
                <a:latin typeface="Telegraf" panose="020B0604020202020204" charset="0"/>
              </a:rPr>
              <a:t>“Python is used as the core programming language. </a:t>
            </a:r>
            <a:r>
              <a:rPr lang="en-IN" sz="2400" dirty="0" err="1">
                <a:solidFill>
                  <a:schemeClr val="bg1"/>
                </a:solidFill>
                <a:latin typeface="Telegraf" panose="020B0604020202020204" charset="0"/>
              </a:rPr>
              <a:t>LangChain</a:t>
            </a:r>
            <a:r>
              <a:rPr lang="en-IN" sz="2400" dirty="0">
                <a:solidFill>
                  <a:schemeClr val="bg1"/>
                </a:solidFill>
                <a:latin typeface="Telegraf" panose="020B0604020202020204" charset="0"/>
              </a:rPr>
              <a:t> manages the LLM pipeline, </a:t>
            </a:r>
            <a:r>
              <a:rPr lang="en-IN" sz="2400" dirty="0" err="1">
                <a:solidFill>
                  <a:schemeClr val="bg1"/>
                </a:solidFill>
                <a:latin typeface="Telegraf" panose="020B0604020202020204" charset="0"/>
              </a:rPr>
              <a:t>Groq</a:t>
            </a:r>
            <a:r>
              <a:rPr lang="en-IN" sz="2400" dirty="0">
                <a:solidFill>
                  <a:schemeClr val="bg1"/>
                </a:solidFill>
                <a:latin typeface="Telegraf" panose="020B0604020202020204" charset="0"/>
              </a:rPr>
              <a:t> provides the LLM inference, </a:t>
            </a:r>
            <a:r>
              <a:rPr lang="en-IN" sz="2400" dirty="0" err="1">
                <a:solidFill>
                  <a:schemeClr val="bg1"/>
                </a:solidFill>
                <a:latin typeface="Telegraf" panose="020B0604020202020204" charset="0"/>
              </a:rPr>
              <a:t>NewsAPI</a:t>
            </a:r>
            <a:r>
              <a:rPr lang="en-IN" sz="2400" dirty="0">
                <a:solidFill>
                  <a:schemeClr val="bg1"/>
                </a:solidFill>
                <a:latin typeface="Telegraf" panose="020B0604020202020204" charset="0"/>
              </a:rPr>
              <a:t> provides news articles, and </a:t>
            </a:r>
            <a:r>
              <a:rPr lang="en-IN" sz="2400" dirty="0" err="1">
                <a:solidFill>
                  <a:schemeClr val="bg1"/>
                </a:solidFill>
                <a:latin typeface="Telegraf" panose="020B0604020202020204" charset="0"/>
              </a:rPr>
              <a:t>Streamlit</a:t>
            </a:r>
            <a:r>
              <a:rPr lang="en-IN" sz="2400" dirty="0">
                <a:solidFill>
                  <a:schemeClr val="bg1"/>
                </a:solidFill>
                <a:latin typeface="Telegraf" panose="020B0604020202020204" charset="0"/>
              </a:rPr>
              <a:t> provides the user interface.”</a:t>
            </a:r>
            <a:endParaRPr lang="en-US" sz="2219" u="none" strike="noStrike" spc="93" dirty="0">
              <a:solidFill>
                <a:schemeClr val="bg1"/>
              </a:solidFill>
              <a:latin typeface="Telegraf" panose="020B0604020202020204" charset="0"/>
              <a:ea typeface="Telegraf"/>
              <a:cs typeface="Telegraf"/>
              <a:sym typeface="Telegraf"/>
            </a:endParaRPr>
          </a:p>
        </p:txBody>
      </p:sp>
      <p:sp>
        <p:nvSpPr>
          <p:cNvPr id="23" name="Arrow: Right 22">
            <a:extLst>
              <a:ext uri="{FF2B5EF4-FFF2-40B4-BE49-F238E27FC236}">
                <a16:creationId xmlns:a16="http://schemas.microsoft.com/office/drawing/2014/main" id="{9DC73A4F-4B6D-F502-2CD8-385AF31C4706}"/>
              </a:ext>
            </a:extLst>
          </p:cNvPr>
          <p:cNvSpPr/>
          <p:nvPr/>
        </p:nvSpPr>
        <p:spPr>
          <a:xfrm>
            <a:off x="3463453" y="3032052"/>
            <a:ext cx="633352"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Arrow: Right 24">
            <a:extLst>
              <a:ext uri="{FF2B5EF4-FFF2-40B4-BE49-F238E27FC236}">
                <a16:creationId xmlns:a16="http://schemas.microsoft.com/office/drawing/2014/main" id="{FFDA8632-4560-50D9-BA01-C82E1643AB0A}"/>
              </a:ext>
            </a:extLst>
          </p:cNvPr>
          <p:cNvSpPr/>
          <p:nvPr/>
        </p:nvSpPr>
        <p:spPr>
          <a:xfrm>
            <a:off x="4343400" y="4548455"/>
            <a:ext cx="633352"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7" name="Arrow: Right 26">
            <a:extLst>
              <a:ext uri="{FF2B5EF4-FFF2-40B4-BE49-F238E27FC236}">
                <a16:creationId xmlns:a16="http://schemas.microsoft.com/office/drawing/2014/main" id="{B436863A-4854-2726-567A-BFDD9691CC55}"/>
              </a:ext>
            </a:extLst>
          </p:cNvPr>
          <p:cNvSpPr/>
          <p:nvPr/>
        </p:nvSpPr>
        <p:spPr>
          <a:xfrm>
            <a:off x="2868976" y="6173411"/>
            <a:ext cx="633352"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1" name="Picture 30">
            <a:extLst>
              <a:ext uri="{FF2B5EF4-FFF2-40B4-BE49-F238E27FC236}">
                <a16:creationId xmlns:a16="http://schemas.microsoft.com/office/drawing/2014/main" id="{159B1167-9219-D1A2-DF4A-4E2763190D5D}"/>
              </a:ext>
            </a:extLst>
          </p:cNvPr>
          <p:cNvPicPr>
            <a:picLocks noChangeAspect="1"/>
          </p:cNvPicPr>
          <p:nvPr/>
        </p:nvPicPr>
        <p:blipFill>
          <a:blip r:embed="rId4"/>
          <a:stretch>
            <a:fillRect/>
          </a:stretch>
        </p:blipFill>
        <p:spPr>
          <a:xfrm>
            <a:off x="0" y="10659"/>
            <a:ext cx="2819400" cy="931819"/>
          </a:xfrm>
          <a:prstGeom prst="rect">
            <a:avLst/>
          </a:prstGeom>
        </p:spPr>
      </p:pic>
    </p:spTree>
    <p:extLst>
      <p:ext uri="{BB962C8B-B14F-4D97-AF65-F5344CB8AC3E}">
        <p14:creationId xmlns:p14="http://schemas.microsoft.com/office/powerpoint/2010/main" val="3197230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5664B-42C6-FED5-6056-6A43DABDDAD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3210EA-61AE-5FE9-CCA9-1FCF1ABCEB9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IN" dirty="0"/>
          </a:p>
        </p:txBody>
      </p:sp>
      <p:sp>
        <p:nvSpPr>
          <p:cNvPr id="3" name="TextBox 3">
            <a:extLst>
              <a:ext uri="{FF2B5EF4-FFF2-40B4-BE49-F238E27FC236}">
                <a16:creationId xmlns:a16="http://schemas.microsoft.com/office/drawing/2014/main" id="{717DE609-F03D-B560-595D-7D2C3790854E}"/>
              </a:ext>
            </a:extLst>
          </p:cNvPr>
          <p:cNvSpPr txBox="1"/>
          <p:nvPr/>
        </p:nvSpPr>
        <p:spPr>
          <a:xfrm>
            <a:off x="304800" y="1104900"/>
            <a:ext cx="17678400" cy="1370119"/>
          </a:xfrm>
          <a:prstGeom prst="rect">
            <a:avLst/>
          </a:prstGeom>
        </p:spPr>
        <p:txBody>
          <a:bodyPr wrap="square" lIns="0" tIns="0" rIns="0" bIns="0" rtlCol="0" anchor="t">
            <a:spAutoFit/>
          </a:bodyPr>
          <a:lstStyle/>
          <a:p>
            <a:pPr algn="ctr">
              <a:lnSpc>
                <a:spcPts val="11248"/>
              </a:lnSpc>
            </a:pPr>
            <a:r>
              <a:rPr lang="en-US" sz="8500" dirty="0">
                <a:solidFill>
                  <a:srgbClr val="FFFFFF"/>
                </a:solidFill>
                <a:latin typeface="Telegraf"/>
                <a:ea typeface="Telegraf"/>
                <a:cs typeface="Telegraf"/>
                <a:sym typeface="Telegraf"/>
              </a:rPr>
              <a:t>System Architecture</a:t>
            </a:r>
          </a:p>
        </p:txBody>
      </p:sp>
      <p:pic>
        <p:nvPicPr>
          <p:cNvPr id="34" name="Picture 33">
            <a:extLst>
              <a:ext uri="{FF2B5EF4-FFF2-40B4-BE49-F238E27FC236}">
                <a16:creationId xmlns:a16="http://schemas.microsoft.com/office/drawing/2014/main" id="{6263CBEB-DFAA-E4AF-BA93-7C6503907A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2475019"/>
            <a:ext cx="17678400" cy="7621482"/>
          </a:xfrm>
          <a:prstGeom prst="rect">
            <a:avLst/>
          </a:prstGeom>
        </p:spPr>
      </p:pic>
      <p:pic>
        <p:nvPicPr>
          <p:cNvPr id="36" name="Picture 35">
            <a:extLst>
              <a:ext uri="{FF2B5EF4-FFF2-40B4-BE49-F238E27FC236}">
                <a16:creationId xmlns:a16="http://schemas.microsoft.com/office/drawing/2014/main" id="{471EF41F-2410-FD64-9EEB-1FF7E0F5DD87}"/>
              </a:ext>
            </a:extLst>
          </p:cNvPr>
          <p:cNvPicPr>
            <a:picLocks noChangeAspect="1"/>
          </p:cNvPicPr>
          <p:nvPr/>
        </p:nvPicPr>
        <p:blipFill>
          <a:blip r:embed="rId4"/>
          <a:stretch>
            <a:fillRect/>
          </a:stretch>
        </p:blipFill>
        <p:spPr>
          <a:xfrm>
            <a:off x="0" y="10659"/>
            <a:ext cx="2819400" cy="931819"/>
          </a:xfrm>
          <a:prstGeom prst="rect">
            <a:avLst/>
          </a:prstGeom>
        </p:spPr>
      </p:pic>
    </p:spTree>
    <p:extLst>
      <p:ext uri="{BB962C8B-B14F-4D97-AF65-F5344CB8AC3E}">
        <p14:creationId xmlns:p14="http://schemas.microsoft.com/office/powerpoint/2010/main" val="3421146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35A1C-EA76-BD50-6AB1-E9AF19131C9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195D3A6-AA7B-77BB-0C81-42D054E59AF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IN" dirty="0"/>
          </a:p>
        </p:txBody>
      </p:sp>
      <p:sp>
        <p:nvSpPr>
          <p:cNvPr id="3" name="TextBox 3">
            <a:extLst>
              <a:ext uri="{FF2B5EF4-FFF2-40B4-BE49-F238E27FC236}">
                <a16:creationId xmlns:a16="http://schemas.microsoft.com/office/drawing/2014/main" id="{28845875-BE59-33D3-2768-690C1090E79B}"/>
              </a:ext>
            </a:extLst>
          </p:cNvPr>
          <p:cNvSpPr txBox="1"/>
          <p:nvPr/>
        </p:nvSpPr>
        <p:spPr>
          <a:xfrm>
            <a:off x="304800" y="1104900"/>
            <a:ext cx="17678400" cy="1370119"/>
          </a:xfrm>
          <a:prstGeom prst="rect">
            <a:avLst/>
          </a:prstGeom>
        </p:spPr>
        <p:txBody>
          <a:bodyPr wrap="square" lIns="0" tIns="0" rIns="0" bIns="0" rtlCol="0" anchor="t">
            <a:spAutoFit/>
          </a:bodyPr>
          <a:lstStyle/>
          <a:p>
            <a:pPr algn="ctr">
              <a:lnSpc>
                <a:spcPts val="11248"/>
              </a:lnSpc>
            </a:pPr>
            <a:r>
              <a:rPr lang="en-US" sz="8500" dirty="0">
                <a:solidFill>
                  <a:srgbClr val="FFFFFF"/>
                </a:solidFill>
                <a:latin typeface="Telegraf"/>
                <a:ea typeface="Telegraf"/>
                <a:cs typeface="Telegraf"/>
                <a:sym typeface="Telegraf"/>
              </a:rPr>
              <a:t>Project Structure</a:t>
            </a:r>
          </a:p>
        </p:txBody>
      </p:sp>
      <p:pic>
        <p:nvPicPr>
          <p:cNvPr id="36" name="Picture 35">
            <a:extLst>
              <a:ext uri="{FF2B5EF4-FFF2-40B4-BE49-F238E27FC236}">
                <a16:creationId xmlns:a16="http://schemas.microsoft.com/office/drawing/2014/main" id="{9C5100B3-B763-6F19-B3A3-2B4C801DAB6C}"/>
              </a:ext>
            </a:extLst>
          </p:cNvPr>
          <p:cNvPicPr>
            <a:picLocks noChangeAspect="1"/>
          </p:cNvPicPr>
          <p:nvPr/>
        </p:nvPicPr>
        <p:blipFill>
          <a:blip r:embed="rId3"/>
          <a:stretch>
            <a:fillRect/>
          </a:stretch>
        </p:blipFill>
        <p:spPr>
          <a:xfrm>
            <a:off x="0" y="10659"/>
            <a:ext cx="2819400" cy="931819"/>
          </a:xfrm>
          <a:prstGeom prst="rect">
            <a:avLst/>
          </a:prstGeom>
        </p:spPr>
      </p:pic>
      <p:pic>
        <p:nvPicPr>
          <p:cNvPr id="5" name="Picture 4">
            <a:extLst>
              <a:ext uri="{FF2B5EF4-FFF2-40B4-BE49-F238E27FC236}">
                <a16:creationId xmlns:a16="http://schemas.microsoft.com/office/drawing/2014/main" id="{4F0594C8-982B-DDF1-B6F7-915FCD1E26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 y="2637441"/>
            <a:ext cx="17678399" cy="7459059"/>
          </a:xfrm>
          <a:prstGeom prst="rect">
            <a:avLst/>
          </a:prstGeom>
        </p:spPr>
      </p:pic>
    </p:spTree>
    <p:extLst>
      <p:ext uri="{BB962C8B-B14F-4D97-AF65-F5344CB8AC3E}">
        <p14:creationId xmlns:p14="http://schemas.microsoft.com/office/powerpoint/2010/main" val="806316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02007-E8C0-7710-8340-DCB6FAEF10F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B09E6E4-9199-18AF-FAA3-793612E3BC1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IN" dirty="0"/>
          </a:p>
        </p:txBody>
      </p:sp>
      <p:sp>
        <p:nvSpPr>
          <p:cNvPr id="3" name="TextBox 3">
            <a:extLst>
              <a:ext uri="{FF2B5EF4-FFF2-40B4-BE49-F238E27FC236}">
                <a16:creationId xmlns:a16="http://schemas.microsoft.com/office/drawing/2014/main" id="{C3C2222C-6861-16BC-D6A8-F8A92B602B1A}"/>
              </a:ext>
            </a:extLst>
          </p:cNvPr>
          <p:cNvSpPr txBox="1"/>
          <p:nvPr/>
        </p:nvSpPr>
        <p:spPr>
          <a:xfrm>
            <a:off x="304800" y="1104900"/>
            <a:ext cx="17678400" cy="1370119"/>
          </a:xfrm>
          <a:prstGeom prst="rect">
            <a:avLst/>
          </a:prstGeom>
        </p:spPr>
        <p:txBody>
          <a:bodyPr wrap="square" lIns="0" tIns="0" rIns="0" bIns="0" rtlCol="0" anchor="t">
            <a:spAutoFit/>
          </a:bodyPr>
          <a:lstStyle/>
          <a:p>
            <a:pPr algn="ctr">
              <a:lnSpc>
                <a:spcPts val="11248"/>
              </a:lnSpc>
            </a:pPr>
            <a:r>
              <a:rPr lang="en-US" sz="8500" dirty="0">
                <a:solidFill>
                  <a:srgbClr val="FFFFFF"/>
                </a:solidFill>
                <a:latin typeface="Telegraf"/>
                <a:ea typeface="Telegraf"/>
                <a:cs typeface="Telegraf"/>
                <a:sym typeface="Telegraf"/>
              </a:rPr>
              <a:t>Intelligent Query Understanding</a:t>
            </a:r>
          </a:p>
        </p:txBody>
      </p:sp>
      <p:pic>
        <p:nvPicPr>
          <p:cNvPr id="36" name="Picture 35">
            <a:extLst>
              <a:ext uri="{FF2B5EF4-FFF2-40B4-BE49-F238E27FC236}">
                <a16:creationId xmlns:a16="http://schemas.microsoft.com/office/drawing/2014/main" id="{54A40099-2937-A8BE-FFDA-22ADF56A087D}"/>
              </a:ext>
            </a:extLst>
          </p:cNvPr>
          <p:cNvPicPr>
            <a:picLocks noChangeAspect="1"/>
          </p:cNvPicPr>
          <p:nvPr/>
        </p:nvPicPr>
        <p:blipFill>
          <a:blip r:embed="rId3"/>
          <a:stretch>
            <a:fillRect/>
          </a:stretch>
        </p:blipFill>
        <p:spPr>
          <a:xfrm>
            <a:off x="0" y="10659"/>
            <a:ext cx="2819400" cy="931819"/>
          </a:xfrm>
          <a:prstGeom prst="rect">
            <a:avLst/>
          </a:prstGeom>
        </p:spPr>
      </p:pic>
      <p:pic>
        <p:nvPicPr>
          <p:cNvPr id="6" name="Picture 5">
            <a:extLst>
              <a:ext uri="{FF2B5EF4-FFF2-40B4-BE49-F238E27FC236}">
                <a16:creationId xmlns:a16="http://schemas.microsoft.com/office/drawing/2014/main" id="{4A27EEC5-291D-FDB7-ED44-42491FE4CC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 y="2637441"/>
            <a:ext cx="17678398" cy="7459059"/>
          </a:xfrm>
          <a:prstGeom prst="rect">
            <a:avLst/>
          </a:prstGeom>
        </p:spPr>
      </p:pic>
    </p:spTree>
    <p:extLst>
      <p:ext uri="{BB962C8B-B14F-4D97-AF65-F5344CB8AC3E}">
        <p14:creationId xmlns:p14="http://schemas.microsoft.com/office/powerpoint/2010/main" val="2034295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473596" y="313393"/>
            <a:ext cx="17501882" cy="5940392"/>
            <a:chOff x="0" y="0"/>
            <a:chExt cx="2564431" cy="870405"/>
          </a:xfrm>
        </p:grpSpPr>
        <p:sp>
          <p:nvSpPr>
            <p:cNvPr id="4" name="Freeform 4"/>
            <p:cNvSpPr/>
            <p:nvPr/>
          </p:nvSpPr>
          <p:spPr>
            <a:xfrm>
              <a:off x="0" y="0"/>
              <a:ext cx="2564431" cy="870405"/>
            </a:xfrm>
            <a:custGeom>
              <a:avLst/>
              <a:gdLst/>
              <a:ahLst/>
              <a:cxnLst/>
              <a:rect l="l" t="t" r="r" b="b"/>
              <a:pathLst>
                <a:path w="2564431" h="870405">
                  <a:moveTo>
                    <a:pt x="17252" y="0"/>
                  </a:moveTo>
                  <a:lnTo>
                    <a:pt x="2547179" y="0"/>
                  </a:lnTo>
                  <a:cubicBezTo>
                    <a:pt x="2551755" y="0"/>
                    <a:pt x="2556143" y="1818"/>
                    <a:pt x="2559378" y="5053"/>
                  </a:cubicBezTo>
                  <a:cubicBezTo>
                    <a:pt x="2562613" y="8288"/>
                    <a:pt x="2564431" y="12676"/>
                    <a:pt x="2564431" y="17252"/>
                  </a:cubicBezTo>
                  <a:lnTo>
                    <a:pt x="2564431" y="853153"/>
                  </a:lnTo>
                  <a:cubicBezTo>
                    <a:pt x="2564431" y="857729"/>
                    <a:pt x="2562613" y="862117"/>
                    <a:pt x="2559378" y="865352"/>
                  </a:cubicBezTo>
                  <a:cubicBezTo>
                    <a:pt x="2556143" y="868587"/>
                    <a:pt x="2551755" y="870405"/>
                    <a:pt x="2547179" y="870405"/>
                  </a:cubicBezTo>
                  <a:lnTo>
                    <a:pt x="17252" y="870405"/>
                  </a:lnTo>
                  <a:cubicBezTo>
                    <a:pt x="12676" y="870405"/>
                    <a:pt x="8288" y="868587"/>
                    <a:pt x="5053" y="865352"/>
                  </a:cubicBezTo>
                  <a:cubicBezTo>
                    <a:pt x="1818" y="862117"/>
                    <a:pt x="0" y="857729"/>
                    <a:pt x="0" y="853153"/>
                  </a:cubicBezTo>
                  <a:lnTo>
                    <a:pt x="0" y="17252"/>
                  </a:lnTo>
                  <a:cubicBezTo>
                    <a:pt x="0" y="12676"/>
                    <a:pt x="1818" y="8288"/>
                    <a:pt x="5053" y="5053"/>
                  </a:cubicBezTo>
                  <a:cubicBezTo>
                    <a:pt x="8288" y="1818"/>
                    <a:pt x="12676" y="0"/>
                    <a:pt x="17252" y="0"/>
                  </a:cubicBezTo>
                  <a:close/>
                </a:path>
              </a:pathLst>
            </a:custGeom>
            <a:blipFill>
              <a:blip r:embed="rId3"/>
              <a:stretch>
                <a:fillRect t="-48146" b="-48146"/>
              </a:stretch>
            </a:blipFill>
            <a:ln cap="rnd">
              <a:noFill/>
              <a:prstDash val="solid"/>
              <a:round/>
            </a:ln>
          </p:spPr>
        </p:sp>
      </p:grpSp>
      <p:sp>
        <p:nvSpPr>
          <p:cNvPr id="5" name="TextBox 5"/>
          <p:cNvSpPr txBox="1"/>
          <p:nvPr/>
        </p:nvSpPr>
        <p:spPr>
          <a:xfrm>
            <a:off x="1203377" y="6617728"/>
            <a:ext cx="15881246" cy="842859"/>
          </a:xfrm>
          <a:prstGeom prst="rect">
            <a:avLst/>
          </a:prstGeom>
        </p:spPr>
        <p:txBody>
          <a:bodyPr wrap="square" lIns="0" tIns="0" rIns="0" bIns="0" rtlCol="0" anchor="t">
            <a:spAutoFit/>
          </a:bodyPr>
          <a:lstStyle/>
          <a:p>
            <a:pPr algn="l">
              <a:lnSpc>
                <a:spcPts val="6882"/>
              </a:lnSpc>
            </a:pPr>
            <a:r>
              <a:rPr lang="en-US" sz="5294" dirty="0">
                <a:solidFill>
                  <a:srgbClr val="FFFFFF"/>
                </a:solidFill>
                <a:latin typeface="Telegraf"/>
                <a:ea typeface="Telegraf"/>
                <a:cs typeface="Telegraf"/>
                <a:sym typeface="Telegraf"/>
              </a:rPr>
              <a:t>Dynamic Search Query Generation</a:t>
            </a:r>
          </a:p>
        </p:txBody>
      </p:sp>
      <p:sp>
        <p:nvSpPr>
          <p:cNvPr id="6" name="TextBox 6"/>
          <p:cNvSpPr txBox="1"/>
          <p:nvPr/>
        </p:nvSpPr>
        <p:spPr>
          <a:xfrm>
            <a:off x="1203377" y="7553833"/>
            <a:ext cx="7499907" cy="2152320"/>
          </a:xfrm>
          <a:prstGeom prst="rect">
            <a:avLst/>
          </a:prstGeom>
        </p:spPr>
        <p:txBody>
          <a:bodyPr lIns="0" tIns="0" rIns="0" bIns="0" rtlCol="0" anchor="t">
            <a:spAutoFit/>
          </a:bodyPr>
          <a:lstStyle/>
          <a:p>
            <a:pPr marL="457200" lvl="0" indent="-457200" algn="just">
              <a:lnSpc>
                <a:spcPts val="3360"/>
              </a:lnSpc>
              <a:buFont typeface="+mj-lt"/>
              <a:buAutoNum type="arabicPeriod"/>
            </a:pPr>
            <a:r>
              <a:rPr lang="en-US" sz="2400" u="none" strike="noStrike" spc="100" dirty="0">
                <a:solidFill>
                  <a:srgbClr val="FFFFFF"/>
                </a:solidFill>
                <a:latin typeface="Telegraf"/>
                <a:ea typeface="Telegraf"/>
                <a:cs typeface="Telegraf"/>
                <a:sym typeface="Telegraf"/>
              </a:rPr>
              <a:t>Tokyo current situation</a:t>
            </a:r>
          </a:p>
          <a:p>
            <a:pPr marL="457200" lvl="0" indent="-457200" algn="just">
              <a:lnSpc>
                <a:spcPts val="3360"/>
              </a:lnSpc>
              <a:buFont typeface="+mj-lt"/>
              <a:buAutoNum type="arabicPeriod"/>
            </a:pPr>
            <a:r>
              <a:rPr lang="en-US" sz="2400" spc="100" dirty="0">
                <a:solidFill>
                  <a:srgbClr val="FFFFFF"/>
                </a:solidFill>
                <a:latin typeface="Telegraf"/>
                <a:ea typeface="Telegraf"/>
                <a:cs typeface="Telegraf"/>
                <a:sym typeface="Telegraf"/>
              </a:rPr>
              <a:t>Tokyo news today</a:t>
            </a:r>
          </a:p>
          <a:p>
            <a:pPr marL="457200" lvl="0" indent="-457200" algn="just">
              <a:lnSpc>
                <a:spcPts val="3360"/>
              </a:lnSpc>
              <a:buFont typeface="+mj-lt"/>
              <a:buAutoNum type="arabicPeriod"/>
            </a:pPr>
            <a:r>
              <a:rPr lang="en-US" sz="2400" u="none" strike="noStrike" spc="100" dirty="0">
                <a:solidFill>
                  <a:srgbClr val="FFFFFF"/>
                </a:solidFill>
                <a:latin typeface="Telegraf"/>
                <a:ea typeface="Telegraf"/>
                <a:cs typeface="Telegraf"/>
                <a:sym typeface="Telegraf"/>
              </a:rPr>
              <a:t>Tokyo latest updates</a:t>
            </a:r>
          </a:p>
          <a:p>
            <a:pPr marL="457200" lvl="0" indent="-457200" algn="just">
              <a:lnSpc>
                <a:spcPts val="3360"/>
              </a:lnSpc>
              <a:buFont typeface="+mj-lt"/>
              <a:buAutoNum type="arabicPeriod"/>
            </a:pPr>
            <a:r>
              <a:rPr lang="en-US" sz="2400" spc="100" dirty="0">
                <a:solidFill>
                  <a:srgbClr val="FFFFFF"/>
                </a:solidFill>
                <a:latin typeface="Telegraf"/>
                <a:ea typeface="Telegraf"/>
                <a:cs typeface="Telegraf"/>
                <a:sym typeface="Telegraf"/>
              </a:rPr>
              <a:t>Tokyo current events</a:t>
            </a:r>
          </a:p>
          <a:p>
            <a:pPr marL="457200" lvl="0" indent="-457200" algn="just">
              <a:lnSpc>
                <a:spcPts val="3360"/>
              </a:lnSpc>
              <a:buFont typeface="+mj-lt"/>
              <a:buAutoNum type="arabicPeriod"/>
            </a:pPr>
            <a:r>
              <a:rPr lang="en-US" sz="2400" u="none" strike="noStrike" spc="100" dirty="0">
                <a:solidFill>
                  <a:srgbClr val="FFFFFF"/>
                </a:solidFill>
                <a:latin typeface="Telegraf"/>
                <a:ea typeface="Telegraf"/>
                <a:cs typeface="Telegraf"/>
                <a:sym typeface="Telegraf"/>
              </a:rPr>
              <a:t>Tokyo latest news</a:t>
            </a:r>
          </a:p>
        </p:txBody>
      </p:sp>
      <p:sp>
        <p:nvSpPr>
          <p:cNvPr id="7" name="TextBox 7"/>
          <p:cNvSpPr txBox="1"/>
          <p:nvPr/>
        </p:nvSpPr>
        <p:spPr>
          <a:xfrm>
            <a:off x="9325833" y="7553833"/>
            <a:ext cx="7499907" cy="1846659"/>
          </a:xfrm>
          <a:prstGeom prst="rect">
            <a:avLst/>
          </a:prstGeom>
        </p:spPr>
        <p:txBody>
          <a:bodyPr lIns="0" tIns="0" rIns="0" bIns="0" rtlCol="0" anchor="t">
            <a:spAutoFit/>
          </a:bodyPr>
          <a:lstStyle/>
          <a:p>
            <a:pPr marL="342900" lvl="0" indent="-342900" algn="just">
              <a:lnSpc>
                <a:spcPct val="100000"/>
              </a:lnSpc>
              <a:buFont typeface="Wingdings" panose="05000000000000000000" pitchFamily="2" charset="2"/>
              <a:buChar char="Ø"/>
            </a:pPr>
            <a:r>
              <a:rPr lang="en-IN" sz="2400" dirty="0">
                <a:solidFill>
                  <a:schemeClr val="bg1"/>
                </a:solidFill>
                <a:latin typeface="Telegraf" panose="020B0604020202020204" charset="0"/>
              </a:rPr>
              <a:t>“The application does not contain special conditions for Japan, Tokyo, Odisha or any other location. The location is dynamically extracted from the user's question, and the LLM generates suitable search queries.”</a:t>
            </a:r>
            <a:endParaRPr lang="en-US" sz="2400" u="none" strike="noStrike" spc="100" dirty="0">
              <a:solidFill>
                <a:schemeClr val="bg1"/>
              </a:solidFill>
              <a:latin typeface="Telegraf" panose="020B0604020202020204" charset="0"/>
              <a:ea typeface="Telegraf"/>
              <a:cs typeface="Telegraf"/>
              <a:sym typeface="Telegraf"/>
            </a:endParaRPr>
          </a:p>
        </p:txBody>
      </p:sp>
      <p:pic>
        <p:nvPicPr>
          <p:cNvPr id="12" name="Picture 11">
            <a:extLst>
              <a:ext uri="{FF2B5EF4-FFF2-40B4-BE49-F238E27FC236}">
                <a16:creationId xmlns:a16="http://schemas.microsoft.com/office/drawing/2014/main" id="{64127C38-727B-5469-7D73-11F6B4694BCF}"/>
              </a:ext>
            </a:extLst>
          </p:cNvPr>
          <p:cNvPicPr>
            <a:picLocks noChangeAspect="1"/>
          </p:cNvPicPr>
          <p:nvPr/>
        </p:nvPicPr>
        <p:blipFill>
          <a:blip r:embed="rId4"/>
          <a:stretch>
            <a:fillRect/>
          </a:stretch>
        </p:blipFill>
        <p:spPr>
          <a:xfrm>
            <a:off x="0" y="10659"/>
            <a:ext cx="2819400" cy="93181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100F3-669A-B8B9-9A9C-A17D8294964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1B9BB87-216C-5080-8EE5-A3B52B9201F5}"/>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9222" b="-9222"/>
            </a:stretch>
          </a:blipFill>
        </p:spPr>
      </p:sp>
      <p:sp>
        <p:nvSpPr>
          <p:cNvPr id="6" name="TextBox 6">
            <a:extLst>
              <a:ext uri="{FF2B5EF4-FFF2-40B4-BE49-F238E27FC236}">
                <a16:creationId xmlns:a16="http://schemas.microsoft.com/office/drawing/2014/main" id="{3659C0C9-C7EC-1F08-343C-3DD06C974BFB}"/>
              </a:ext>
            </a:extLst>
          </p:cNvPr>
          <p:cNvSpPr txBox="1"/>
          <p:nvPr/>
        </p:nvSpPr>
        <p:spPr>
          <a:xfrm>
            <a:off x="1028700" y="4644062"/>
            <a:ext cx="7354667" cy="4769062"/>
          </a:xfrm>
          <a:prstGeom prst="rect">
            <a:avLst/>
          </a:prstGeom>
        </p:spPr>
        <p:txBody>
          <a:bodyPr lIns="0" tIns="0" rIns="0" bIns="0" rtlCol="0" anchor="t">
            <a:spAutoFit/>
          </a:bodyPr>
          <a:lstStyle/>
          <a:p>
            <a:pPr lvl="0">
              <a:lnSpc>
                <a:spcPts val="3387"/>
              </a:lnSpc>
            </a:pPr>
            <a:r>
              <a:rPr lang="en-US" sz="2419" spc="101" dirty="0">
                <a:solidFill>
                  <a:srgbClr val="FFFFFF"/>
                </a:solidFill>
                <a:latin typeface="Telegraf"/>
                <a:ea typeface="Telegraf"/>
                <a:cs typeface="Telegraf"/>
                <a:sym typeface="Telegraf"/>
              </a:rPr>
              <a:t>Generated Search Queries</a:t>
            </a:r>
          </a:p>
          <a:p>
            <a:pPr lvl="0">
              <a:lnSpc>
                <a:spcPts val="3387"/>
              </a:lnSpc>
            </a:pPr>
            <a:r>
              <a:rPr lang="en-US" sz="2419" spc="101" dirty="0">
                <a:solidFill>
                  <a:srgbClr val="FFFFFF"/>
                </a:solidFill>
                <a:latin typeface="Telegraf"/>
                <a:ea typeface="Telegraf"/>
                <a:cs typeface="Telegraf"/>
                <a:sym typeface="Telegraf"/>
              </a:rPr>
              <a:t>          ↓</a:t>
            </a:r>
          </a:p>
          <a:p>
            <a:pPr lvl="0">
              <a:lnSpc>
                <a:spcPts val="3387"/>
              </a:lnSpc>
            </a:pPr>
            <a:r>
              <a:rPr lang="en-US" sz="2419" spc="101" dirty="0" err="1">
                <a:solidFill>
                  <a:srgbClr val="FFFFFF"/>
                </a:solidFill>
                <a:latin typeface="Telegraf"/>
                <a:ea typeface="Telegraf"/>
                <a:cs typeface="Telegraf"/>
                <a:sym typeface="Telegraf"/>
              </a:rPr>
              <a:t>NewsAPI</a:t>
            </a:r>
            <a:endParaRPr lang="en-US" sz="2419" spc="101" dirty="0">
              <a:solidFill>
                <a:srgbClr val="FFFFFF"/>
              </a:solidFill>
              <a:latin typeface="Telegraf"/>
              <a:ea typeface="Telegraf"/>
              <a:cs typeface="Telegraf"/>
              <a:sym typeface="Telegraf"/>
            </a:endParaRPr>
          </a:p>
          <a:p>
            <a:pPr lvl="0">
              <a:lnSpc>
                <a:spcPts val="3387"/>
              </a:lnSpc>
            </a:pPr>
            <a:r>
              <a:rPr lang="en-US" sz="2419" spc="101" dirty="0">
                <a:solidFill>
                  <a:srgbClr val="FFFFFF"/>
                </a:solidFill>
                <a:latin typeface="Telegraf"/>
                <a:ea typeface="Telegraf"/>
                <a:cs typeface="Telegraf"/>
                <a:sym typeface="Telegraf"/>
              </a:rPr>
              <a:t>          ↓</a:t>
            </a:r>
          </a:p>
          <a:p>
            <a:pPr lvl="0">
              <a:lnSpc>
                <a:spcPts val="3387"/>
              </a:lnSpc>
            </a:pPr>
            <a:r>
              <a:rPr lang="en-US" sz="2419" spc="101" dirty="0">
                <a:solidFill>
                  <a:srgbClr val="FFFFFF"/>
                </a:solidFill>
                <a:latin typeface="Telegraf"/>
                <a:ea typeface="Telegraf"/>
                <a:cs typeface="Telegraf"/>
                <a:sym typeface="Telegraf"/>
              </a:rPr>
              <a:t>Multiple Search Requests</a:t>
            </a:r>
          </a:p>
          <a:p>
            <a:pPr lvl="0">
              <a:lnSpc>
                <a:spcPts val="3387"/>
              </a:lnSpc>
            </a:pPr>
            <a:r>
              <a:rPr lang="en-US" sz="2419" spc="101" dirty="0">
                <a:solidFill>
                  <a:srgbClr val="FFFFFF"/>
                </a:solidFill>
                <a:latin typeface="Telegraf"/>
                <a:ea typeface="Telegraf"/>
                <a:cs typeface="Telegraf"/>
                <a:sym typeface="Telegraf"/>
              </a:rPr>
              <a:t>          ↓</a:t>
            </a:r>
          </a:p>
          <a:p>
            <a:pPr lvl="0">
              <a:lnSpc>
                <a:spcPts val="3387"/>
              </a:lnSpc>
            </a:pPr>
            <a:r>
              <a:rPr lang="en-US" sz="2419" spc="101" dirty="0">
                <a:solidFill>
                  <a:srgbClr val="FFFFFF"/>
                </a:solidFill>
                <a:latin typeface="Telegraf"/>
                <a:ea typeface="Telegraf"/>
                <a:cs typeface="Telegraf"/>
                <a:sym typeface="Telegraf"/>
              </a:rPr>
              <a:t>Article Collection</a:t>
            </a:r>
          </a:p>
          <a:p>
            <a:pPr lvl="0">
              <a:lnSpc>
                <a:spcPts val="3387"/>
              </a:lnSpc>
            </a:pPr>
            <a:r>
              <a:rPr lang="en-US" sz="2419" spc="101" dirty="0">
                <a:solidFill>
                  <a:srgbClr val="FFFFFF"/>
                </a:solidFill>
                <a:latin typeface="Telegraf"/>
                <a:ea typeface="Telegraf"/>
                <a:cs typeface="Telegraf"/>
                <a:sym typeface="Telegraf"/>
              </a:rPr>
              <a:t>          ↓</a:t>
            </a:r>
          </a:p>
          <a:p>
            <a:pPr lvl="0">
              <a:lnSpc>
                <a:spcPts val="3387"/>
              </a:lnSpc>
            </a:pPr>
            <a:r>
              <a:rPr lang="en-US" sz="2419" spc="101" dirty="0">
                <a:solidFill>
                  <a:srgbClr val="FFFFFF"/>
                </a:solidFill>
                <a:latin typeface="Telegraf"/>
                <a:ea typeface="Telegraf"/>
                <a:cs typeface="Telegraf"/>
                <a:sym typeface="Telegraf"/>
              </a:rPr>
              <a:t>Duplicate </a:t>
            </a:r>
            <a:r>
              <a:rPr lang="en-US" sz="2419" spc="101" dirty="0">
                <a:solidFill>
                  <a:srgbClr val="FFFFFF"/>
                </a:solidFill>
                <a:latin typeface="Telegraf" panose="020B0604020202020204" charset="0"/>
                <a:ea typeface="Telegraf"/>
                <a:cs typeface="Telegraf"/>
                <a:sym typeface="Telegraf"/>
              </a:rPr>
              <a:t>Removal</a:t>
            </a:r>
          </a:p>
          <a:p>
            <a:pPr lvl="0">
              <a:lnSpc>
                <a:spcPts val="3387"/>
              </a:lnSpc>
            </a:pPr>
            <a:r>
              <a:rPr lang="en-US" sz="2419" spc="101" dirty="0">
                <a:solidFill>
                  <a:srgbClr val="FFFFFF"/>
                </a:solidFill>
                <a:latin typeface="Telegraf"/>
                <a:ea typeface="Telegraf"/>
                <a:cs typeface="Telegraf"/>
                <a:sym typeface="Telegraf"/>
              </a:rPr>
              <a:t>          ↓</a:t>
            </a:r>
          </a:p>
          <a:p>
            <a:pPr lvl="0">
              <a:lnSpc>
                <a:spcPts val="3387"/>
              </a:lnSpc>
            </a:pPr>
            <a:r>
              <a:rPr lang="en-US" sz="2419" spc="101" dirty="0">
                <a:solidFill>
                  <a:srgbClr val="FFFFFF"/>
                </a:solidFill>
                <a:latin typeface="Telegraf"/>
                <a:ea typeface="Telegraf"/>
                <a:cs typeface="Telegraf"/>
                <a:sym typeface="Telegraf"/>
              </a:rPr>
              <a:t>Article Cleaning</a:t>
            </a:r>
            <a:endParaRPr lang="en-US" sz="2419" u="none" strike="noStrike" spc="101" dirty="0">
              <a:solidFill>
                <a:srgbClr val="FFFFFF"/>
              </a:solidFill>
              <a:latin typeface="Telegraf"/>
              <a:ea typeface="Telegraf"/>
              <a:cs typeface="Telegraf"/>
              <a:sym typeface="Telegraf"/>
            </a:endParaRPr>
          </a:p>
        </p:txBody>
      </p:sp>
      <p:grpSp>
        <p:nvGrpSpPr>
          <p:cNvPr id="7" name="Group 7">
            <a:extLst>
              <a:ext uri="{FF2B5EF4-FFF2-40B4-BE49-F238E27FC236}">
                <a16:creationId xmlns:a16="http://schemas.microsoft.com/office/drawing/2014/main" id="{0A0F2791-9428-F985-0343-161FEC02EB2C}"/>
              </a:ext>
            </a:extLst>
          </p:cNvPr>
          <p:cNvGrpSpPr/>
          <p:nvPr/>
        </p:nvGrpSpPr>
        <p:grpSpPr>
          <a:xfrm>
            <a:off x="9309711" y="1028700"/>
            <a:ext cx="8499426" cy="6947584"/>
            <a:chOff x="0" y="0"/>
            <a:chExt cx="2882035" cy="2355827"/>
          </a:xfrm>
        </p:grpSpPr>
        <p:sp>
          <p:nvSpPr>
            <p:cNvPr id="8" name="Freeform 8">
              <a:extLst>
                <a:ext uri="{FF2B5EF4-FFF2-40B4-BE49-F238E27FC236}">
                  <a16:creationId xmlns:a16="http://schemas.microsoft.com/office/drawing/2014/main" id="{18C80749-6118-8087-C14A-36A50CCD2347}"/>
                </a:ext>
              </a:extLst>
            </p:cNvPr>
            <p:cNvSpPr/>
            <p:nvPr/>
          </p:nvSpPr>
          <p:spPr>
            <a:xfrm>
              <a:off x="0" y="0"/>
              <a:ext cx="2882035" cy="2355827"/>
            </a:xfrm>
            <a:custGeom>
              <a:avLst/>
              <a:gdLst/>
              <a:ahLst/>
              <a:cxnLst/>
              <a:rect l="l" t="t" r="r" b="b"/>
              <a:pathLst>
                <a:path w="2882035" h="2355827">
                  <a:moveTo>
                    <a:pt x="12752" y="0"/>
                  </a:moveTo>
                  <a:lnTo>
                    <a:pt x="2869283" y="0"/>
                  </a:lnTo>
                  <a:cubicBezTo>
                    <a:pt x="2876326" y="0"/>
                    <a:pt x="2882035" y="5709"/>
                    <a:pt x="2882035" y="12752"/>
                  </a:cubicBezTo>
                  <a:lnTo>
                    <a:pt x="2882035" y="2343075"/>
                  </a:lnTo>
                  <a:cubicBezTo>
                    <a:pt x="2882035" y="2350118"/>
                    <a:pt x="2876326" y="2355827"/>
                    <a:pt x="2869283" y="2355827"/>
                  </a:cubicBezTo>
                  <a:lnTo>
                    <a:pt x="12752" y="2355827"/>
                  </a:lnTo>
                  <a:cubicBezTo>
                    <a:pt x="5709" y="2355827"/>
                    <a:pt x="0" y="2350118"/>
                    <a:pt x="0" y="2343075"/>
                  </a:cubicBezTo>
                  <a:lnTo>
                    <a:pt x="0" y="12752"/>
                  </a:lnTo>
                  <a:cubicBezTo>
                    <a:pt x="0" y="5709"/>
                    <a:pt x="5709" y="0"/>
                    <a:pt x="12752" y="0"/>
                  </a:cubicBezTo>
                  <a:close/>
                </a:path>
              </a:pathLst>
            </a:custGeom>
            <a:blipFill>
              <a:blip r:embed="rId3"/>
              <a:stretch>
                <a:fillRect l="-9665" r="-9665"/>
              </a:stretch>
            </a:blipFill>
            <a:ln cap="sq">
              <a:noFill/>
              <a:prstDash val="solid"/>
              <a:miter/>
            </a:ln>
          </p:spPr>
        </p:sp>
      </p:grpSp>
      <p:grpSp>
        <p:nvGrpSpPr>
          <p:cNvPr id="9" name="Group 9">
            <a:extLst>
              <a:ext uri="{FF2B5EF4-FFF2-40B4-BE49-F238E27FC236}">
                <a16:creationId xmlns:a16="http://schemas.microsoft.com/office/drawing/2014/main" id="{1CC0CBEE-ACCD-435D-66FB-8D7E104C800A}"/>
              </a:ext>
            </a:extLst>
          </p:cNvPr>
          <p:cNvGrpSpPr/>
          <p:nvPr/>
        </p:nvGrpSpPr>
        <p:grpSpPr>
          <a:xfrm>
            <a:off x="9719481" y="7147971"/>
            <a:ext cx="6727507" cy="2137960"/>
            <a:chOff x="0" y="0"/>
            <a:chExt cx="1637439" cy="520368"/>
          </a:xfrm>
        </p:grpSpPr>
        <p:sp>
          <p:nvSpPr>
            <p:cNvPr id="10" name="Freeform 10">
              <a:extLst>
                <a:ext uri="{FF2B5EF4-FFF2-40B4-BE49-F238E27FC236}">
                  <a16:creationId xmlns:a16="http://schemas.microsoft.com/office/drawing/2014/main" id="{F6D235E6-11D1-E5FE-53F7-8667ECCEC887}"/>
                </a:ext>
              </a:extLst>
            </p:cNvPr>
            <p:cNvSpPr/>
            <p:nvPr/>
          </p:nvSpPr>
          <p:spPr>
            <a:xfrm>
              <a:off x="0" y="0"/>
              <a:ext cx="1637439" cy="520368"/>
            </a:xfrm>
            <a:custGeom>
              <a:avLst/>
              <a:gdLst/>
              <a:ahLst/>
              <a:cxnLst/>
              <a:rect l="l" t="t" r="r" b="b"/>
              <a:pathLst>
                <a:path w="1637439" h="520368">
                  <a:moveTo>
                    <a:pt x="16111" y="0"/>
                  </a:moveTo>
                  <a:lnTo>
                    <a:pt x="1621328" y="0"/>
                  </a:lnTo>
                  <a:cubicBezTo>
                    <a:pt x="1630226" y="0"/>
                    <a:pt x="1637439" y="7213"/>
                    <a:pt x="1637439" y="16111"/>
                  </a:cubicBezTo>
                  <a:lnTo>
                    <a:pt x="1637439" y="504257"/>
                  </a:lnTo>
                  <a:cubicBezTo>
                    <a:pt x="1637439" y="513155"/>
                    <a:pt x="1630226" y="520368"/>
                    <a:pt x="1621328" y="520368"/>
                  </a:cubicBezTo>
                  <a:lnTo>
                    <a:pt x="16111" y="520368"/>
                  </a:lnTo>
                  <a:cubicBezTo>
                    <a:pt x="7213" y="520368"/>
                    <a:pt x="0" y="513155"/>
                    <a:pt x="0" y="504257"/>
                  </a:cubicBezTo>
                  <a:lnTo>
                    <a:pt x="0" y="16111"/>
                  </a:lnTo>
                  <a:cubicBezTo>
                    <a:pt x="0" y="7213"/>
                    <a:pt x="7213" y="0"/>
                    <a:pt x="16111" y="0"/>
                  </a:cubicBezTo>
                  <a:close/>
                </a:path>
              </a:pathLst>
            </a:custGeom>
            <a:gradFill rotWithShape="1">
              <a:gsLst>
                <a:gs pos="0">
                  <a:srgbClr val="03295A">
                    <a:alpha val="62000"/>
                  </a:srgbClr>
                </a:gs>
                <a:gs pos="100000">
                  <a:srgbClr val="041468">
                    <a:alpha val="74500"/>
                  </a:srgbClr>
                </a:gs>
              </a:gsLst>
              <a:lin ang="0"/>
            </a:gradFill>
            <a:ln w="38100" cap="sq">
              <a:gradFill>
                <a:gsLst>
                  <a:gs pos="0">
                    <a:srgbClr val="10A5FF">
                      <a:alpha val="100000"/>
                    </a:srgbClr>
                  </a:gs>
                  <a:gs pos="100000">
                    <a:srgbClr val="041E4E">
                      <a:alpha val="100000"/>
                    </a:srgbClr>
                  </a:gs>
                </a:gsLst>
                <a:lin ang="2700000"/>
              </a:gradFill>
              <a:prstDash val="solid"/>
              <a:miter/>
            </a:ln>
          </p:spPr>
        </p:sp>
        <p:sp>
          <p:nvSpPr>
            <p:cNvPr id="11" name="TextBox 11">
              <a:extLst>
                <a:ext uri="{FF2B5EF4-FFF2-40B4-BE49-F238E27FC236}">
                  <a16:creationId xmlns:a16="http://schemas.microsoft.com/office/drawing/2014/main" id="{9A85C267-8F06-0BAF-2E03-CFFA942D990B}"/>
                </a:ext>
              </a:extLst>
            </p:cNvPr>
            <p:cNvSpPr txBox="1"/>
            <p:nvPr/>
          </p:nvSpPr>
          <p:spPr>
            <a:xfrm>
              <a:off x="0" y="-76200"/>
              <a:ext cx="1637439" cy="596568"/>
            </a:xfrm>
            <a:prstGeom prst="rect">
              <a:avLst/>
            </a:prstGeom>
          </p:spPr>
          <p:txBody>
            <a:bodyPr lIns="50800" tIns="50800" rIns="50800" bIns="50800" rtlCol="0" anchor="ctr"/>
            <a:lstStyle/>
            <a:p>
              <a:pPr algn="ctr">
                <a:lnSpc>
                  <a:spcPts val="2800"/>
                </a:lnSpc>
              </a:pPr>
              <a:endParaRPr/>
            </a:p>
          </p:txBody>
        </p:sp>
      </p:grpSp>
      <p:sp>
        <p:nvSpPr>
          <p:cNvPr id="12" name="Freeform 12">
            <a:extLst>
              <a:ext uri="{FF2B5EF4-FFF2-40B4-BE49-F238E27FC236}">
                <a16:creationId xmlns:a16="http://schemas.microsoft.com/office/drawing/2014/main" id="{9A5A7B90-FD94-A397-62C4-2CE59B7EC462}"/>
              </a:ext>
            </a:extLst>
          </p:cNvPr>
          <p:cNvSpPr/>
          <p:nvPr/>
        </p:nvSpPr>
        <p:spPr>
          <a:xfrm>
            <a:off x="9941354" y="7447858"/>
            <a:ext cx="1539914" cy="1551196"/>
          </a:xfrm>
          <a:custGeom>
            <a:avLst/>
            <a:gdLst/>
            <a:ahLst/>
            <a:cxnLst/>
            <a:rect l="l" t="t" r="r" b="b"/>
            <a:pathLst>
              <a:path w="1539914" h="1551196">
                <a:moveTo>
                  <a:pt x="0" y="0"/>
                </a:moveTo>
                <a:lnTo>
                  <a:pt x="1539914" y="0"/>
                </a:lnTo>
                <a:lnTo>
                  <a:pt x="1539914" y="1551196"/>
                </a:lnTo>
                <a:lnTo>
                  <a:pt x="0" y="155119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TextBox 13">
            <a:extLst>
              <a:ext uri="{FF2B5EF4-FFF2-40B4-BE49-F238E27FC236}">
                <a16:creationId xmlns:a16="http://schemas.microsoft.com/office/drawing/2014/main" id="{1A65D718-B176-24D8-B090-86225F86C716}"/>
              </a:ext>
            </a:extLst>
          </p:cNvPr>
          <p:cNvSpPr txBox="1"/>
          <p:nvPr/>
        </p:nvSpPr>
        <p:spPr>
          <a:xfrm>
            <a:off x="1028700" y="2294408"/>
            <a:ext cx="8053372" cy="2079608"/>
          </a:xfrm>
          <a:prstGeom prst="rect">
            <a:avLst/>
          </a:prstGeom>
        </p:spPr>
        <p:txBody>
          <a:bodyPr lIns="0" tIns="0" rIns="0" bIns="0" rtlCol="0" anchor="t">
            <a:spAutoFit/>
          </a:bodyPr>
          <a:lstStyle/>
          <a:p>
            <a:pPr algn="l">
              <a:lnSpc>
                <a:spcPts val="8329"/>
              </a:lnSpc>
            </a:pPr>
            <a:r>
              <a:rPr lang="en-US" sz="6407" dirty="0" err="1">
                <a:solidFill>
                  <a:srgbClr val="FFFFFF"/>
                </a:solidFill>
                <a:latin typeface="Telegraf"/>
                <a:ea typeface="Telegraf"/>
                <a:cs typeface="Telegraf"/>
                <a:sym typeface="Telegraf"/>
              </a:rPr>
              <a:t>NewsAPI</a:t>
            </a:r>
            <a:r>
              <a:rPr lang="en-US" sz="6407" dirty="0">
                <a:solidFill>
                  <a:srgbClr val="FFFFFF"/>
                </a:solidFill>
                <a:latin typeface="Telegraf"/>
                <a:ea typeface="Telegraf"/>
                <a:cs typeface="Telegraf"/>
                <a:sym typeface="Telegraf"/>
              </a:rPr>
              <a:t> Integration</a:t>
            </a:r>
          </a:p>
        </p:txBody>
      </p:sp>
      <p:sp>
        <p:nvSpPr>
          <p:cNvPr id="14" name="TextBox 14">
            <a:extLst>
              <a:ext uri="{FF2B5EF4-FFF2-40B4-BE49-F238E27FC236}">
                <a16:creationId xmlns:a16="http://schemas.microsoft.com/office/drawing/2014/main" id="{70564562-8BA0-1914-98EC-5C928FEE0623}"/>
              </a:ext>
            </a:extLst>
          </p:cNvPr>
          <p:cNvSpPr txBox="1"/>
          <p:nvPr/>
        </p:nvSpPr>
        <p:spPr>
          <a:xfrm>
            <a:off x="11837703" y="7390708"/>
            <a:ext cx="4120658" cy="1846659"/>
          </a:xfrm>
          <a:prstGeom prst="rect">
            <a:avLst/>
          </a:prstGeom>
        </p:spPr>
        <p:txBody>
          <a:bodyPr lIns="0" tIns="0" rIns="0" bIns="0" rtlCol="0" anchor="t">
            <a:spAutoFit/>
          </a:bodyPr>
          <a:lstStyle/>
          <a:p>
            <a:pPr lvl="0" algn="just"/>
            <a:r>
              <a:rPr lang="en-IN" sz="2000" dirty="0">
                <a:solidFill>
                  <a:schemeClr val="bg1"/>
                </a:solidFill>
                <a:latin typeface="Telegraf" panose="020B0604020202020204" charset="0"/>
              </a:rPr>
              <a:t>“The application sends multiple search queries to </a:t>
            </a:r>
            <a:r>
              <a:rPr lang="en-IN" sz="2000" dirty="0" err="1">
                <a:solidFill>
                  <a:schemeClr val="bg1"/>
                </a:solidFill>
                <a:latin typeface="Telegraf" panose="020B0604020202020204" charset="0"/>
              </a:rPr>
              <a:t>NewsAPI</a:t>
            </a:r>
            <a:r>
              <a:rPr lang="en-IN" sz="2000" dirty="0">
                <a:solidFill>
                  <a:schemeClr val="bg1"/>
                </a:solidFill>
                <a:latin typeface="Telegraf" panose="020B0604020202020204" charset="0"/>
              </a:rPr>
              <a:t> rather than depending on one search phrase. The retrieved articles are then combined, cleaned and deduplicated.”</a:t>
            </a:r>
            <a:endParaRPr lang="en-US" sz="2000" u="none" strike="noStrike" spc="73" dirty="0">
              <a:solidFill>
                <a:schemeClr val="bg1"/>
              </a:solidFill>
              <a:latin typeface="Telegraf" panose="020B0604020202020204" charset="0"/>
              <a:ea typeface="Telegraf"/>
              <a:cs typeface="Telegraf"/>
              <a:sym typeface="Telegraf"/>
            </a:endParaRPr>
          </a:p>
        </p:txBody>
      </p:sp>
      <p:pic>
        <p:nvPicPr>
          <p:cNvPr id="16" name="Picture 15">
            <a:extLst>
              <a:ext uri="{FF2B5EF4-FFF2-40B4-BE49-F238E27FC236}">
                <a16:creationId xmlns:a16="http://schemas.microsoft.com/office/drawing/2014/main" id="{E71837C6-6E53-5671-7299-BF41ED9B61A8}"/>
              </a:ext>
            </a:extLst>
          </p:cNvPr>
          <p:cNvPicPr>
            <a:picLocks noChangeAspect="1"/>
          </p:cNvPicPr>
          <p:nvPr/>
        </p:nvPicPr>
        <p:blipFill>
          <a:blip r:embed="rId5"/>
          <a:stretch>
            <a:fillRect/>
          </a:stretch>
        </p:blipFill>
        <p:spPr>
          <a:xfrm>
            <a:off x="0" y="10659"/>
            <a:ext cx="2819400" cy="931819"/>
          </a:xfrm>
          <a:prstGeom prst="rect">
            <a:avLst/>
          </a:prstGeom>
        </p:spPr>
      </p:pic>
    </p:spTree>
    <p:extLst>
      <p:ext uri="{BB962C8B-B14F-4D97-AF65-F5344CB8AC3E}">
        <p14:creationId xmlns:p14="http://schemas.microsoft.com/office/powerpoint/2010/main" val="1634120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32806" t="-48141" b="-9259"/>
            </a:stretch>
          </a:blipFill>
        </p:spPr>
      </p:sp>
      <p:sp>
        <p:nvSpPr>
          <p:cNvPr id="3" name="TextBox 3"/>
          <p:cNvSpPr txBox="1"/>
          <p:nvPr/>
        </p:nvSpPr>
        <p:spPr>
          <a:xfrm>
            <a:off x="2715061" y="1822585"/>
            <a:ext cx="12857878" cy="966803"/>
          </a:xfrm>
          <a:prstGeom prst="rect">
            <a:avLst/>
          </a:prstGeom>
        </p:spPr>
        <p:txBody>
          <a:bodyPr lIns="0" tIns="0" rIns="0" bIns="0" rtlCol="0" anchor="t">
            <a:spAutoFit/>
          </a:bodyPr>
          <a:lstStyle/>
          <a:p>
            <a:pPr algn="ctr">
              <a:lnSpc>
                <a:spcPts val="7949"/>
              </a:lnSpc>
            </a:pPr>
            <a:r>
              <a:rPr lang="en-US" sz="6114" dirty="0">
                <a:solidFill>
                  <a:srgbClr val="FFFFFF"/>
                </a:solidFill>
                <a:latin typeface="Telegraf"/>
                <a:ea typeface="Telegraf"/>
                <a:cs typeface="Telegraf"/>
                <a:sym typeface="Telegraf"/>
              </a:rPr>
              <a:t>Article Cleaning &amp; Deduplication</a:t>
            </a:r>
          </a:p>
        </p:txBody>
      </p:sp>
      <p:sp>
        <p:nvSpPr>
          <p:cNvPr id="4" name="TextBox 4"/>
          <p:cNvSpPr txBox="1"/>
          <p:nvPr/>
        </p:nvSpPr>
        <p:spPr>
          <a:xfrm>
            <a:off x="1594847" y="2792679"/>
            <a:ext cx="15098306" cy="1477328"/>
          </a:xfrm>
          <a:prstGeom prst="rect">
            <a:avLst/>
          </a:prstGeom>
        </p:spPr>
        <p:txBody>
          <a:bodyPr lIns="0" tIns="0" rIns="0" bIns="0" rtlCol="0" anchor="t">
            <a:spAutoFit/>
          </a:bodyPr>
          <a:lstStyle/>
          <a:p>
            <a:pPr lvl="0" algn="ctr"/>
            <a:r>
              <a:rPr lang="en-IN" sz="3200" dirty="0">
                <a:solidFill>
                  <a:schemeClr val="bg1"/>
                </a:solidFill>
                <a:latin typeface="Telegraf" panose="020B0604020202020204" charset="0"/>
              </a:rPr>
              <a:t>“Because multiple search queries can return the same article, duplicate removal is important. We use the article URL or title as the identifier and then standardize the article fields.”</a:t>
            </a:r>
            <a:endParaRPr lang="en-US" sz="2819" u="none" strike="noStrike" spc="118" dirty="0">
              <a:solidFill>
                <a:schemeClr val="bg1"/>
              </a:solidFill>
              <a:latin typeface="Telegraf" panose="020B0604020202020204" charset="0"/>
              <a:ea typeface="Telegraf"/>
              <a:cs typeface="Telegraf"/>
              <a:sym typeface="Telegraf"/>
            </a:endParaRPr>
          </a:p>
        </p:txBody>
      </p:sp>
      <p:sp>
        <p:nvSpPr>
          <p:cNvPr id="5" name="TextBox 5"/>
          <p:cNvSpPr txBox="1"/>
          <p:nvPr/>
        </p:nvSpPr>
        <p:spPr>
          <a:xfrm>
            <a:off x="538143" y="6135494"/>
            <a:ext cx="3764565" cy="2313005"/>
          </a:xfrm>
          <a:prstGeom prst="rect">
            <a:avLst/>
          </a:prstGeom>
        </p:spPr>
        <p:txBody>
          <a:bodyPr lIns="0" tIns="0" rIns="0" bIns="0" rtlCol="0" anchor="t">
            <a:spAutoFit/>
          </a:bodyPr>
          <a:lstStyle/>
          <a:p>
            <a:pPr marL="457200" lvl="0" indent="-457200" algn="just">
              <a:lnSpc>
                <a:spcPts val="2580"/>
              </a:lnSpc>
              <a:buFont typeface="+mj-lt"/>
              <a:buAutoNum type="arabicPeriod"/>
            </a:pPr>
            <a:r>
              <a:rPr lang="en-US" sz="1843" b="1" u="none" strike="noStrike" spc="77" dirty="0">
                <a:solidFill>
                  <a:srgbClr val="FFFFFF"/>
                </a:solidFill>
                <a:latin typeface="Telegraf"/>
                <a:ea typeface="Telegraf"/>
                <a:cs typeface="Telegraf"/>
                <a:sym typeface="Telegraf"/>
              </a:rPr>
              <a:t>Duplicate removal</a:t>
            </a:r>
          </a:p>
          <a:p>
            <a:pPr marL="342900" lvl="0" indent="-342900" algn="just">
              <a:lnSpc>
                <a:spcPts val="2580"/>
              </a:lnSpc>
              <a:buFont typeface="Arial" panose="020B0604020202020204" pitchFamily="34" charset="0"/>
              <a:buChar char="•"/>
            </a:pPr>
            <a:r>
              <a:rPr lang="en-US" sz="1843" spc="77" dirty="0">
                <a:solidFill>
                  <a:srgbClr val="FFFFFF"/>
                </a:solidFill>
                <a:latin typeface="Telegraf"/>
                <a:ea typeface="Telegraf"/>
                <a:cs typeface="Telegraf"/>
                <a:sym typeface="Telegraf"/>
              </a:rPr>
              <a:t>Articles are identified using:</a:t>
            </a:r>
          </a:p>
          <a:p>
            <a:pPr lvl="0" algn="just">
              <a:lnSpc>
                <a:spcPts val="2580"/>
              </a:lnSpc>
            </a:pPr>
            <a:endParaRPr lang="en-US" sz="1843" u="none" strike="noStrike" spc="77" dirty="0">
              <a:solidFill>
                <a:srgbClr val="FFFFFF"/>
              </a:solidFill>
              <a:latin typeface="Telegraf"/>
              <a:ea typeface="Telegraf"/>
              <a:cs typeface="Telegraf"/>
              <a:sym typeface="Telegraf"/>
            </a:endParaRPr>
          </a:p>
          <a:p>
            <a:pPr lvl="0">
              <a:lnSpc>
                <a:spcPts val="2580"/>
              </a:lnSpc>
            </a:pPr>
            <a:r>
              <a:rPr lang="en-US" sz="1843" spc="77" dirty="0">
                <a:solidFill>
                  <a:srgbClr val="FFFFFF"/>
                </a:solidFill>
                <a:latin typeface="Telegraf"/>
                <a:ea typeface="Telegraf"/>
                <a:cs typeface="Telegraf"/>
                <a:sym typeface="Telegraf"/>
              </a:rPr>
              <a:t>Article URL</a:t>
            </a:r>
          </a:p>
          <a:p>
            <a:pPr lvl="0">
              <a:lnSpc>
                <a:spcPts val="2580"/>
              </a:lnSpc>
            </a:pPr>
            <a:r>
              <a:rPr lang="en-US" sz="1843" spc="77" dirty="0">
                <a:solidFill>
                  <a:srgbClr val="FFFFFF"/>
                </a:solidFill>
                <a:latin typeface="Telegraf"/>
                <a:ea typeface="Telegraf"/>
                <a:cs typeface="Telegraf"/>
                <a:sym typeface="Telegraf"/>
              </a:rPr>
              <a:t>OR</a:t>
            </a:r>
          </a:p>
          <a:p>
            <a:pPr lvl="0">
              <a:lnSpc>
                <a:spcPts val="2580"/>
              </a:lnSpc>
            </a:pPr>
            <a:r>
              <a:rPr lang="en-US" sz="1843" spc="77" dirty="0">
                <a:solidFill>
                  <a:srgbClr val="FFFFFF"/>
                </a:solidFill>
                <a:latin typeface="Telegraf"/>
                <a:ea typeface="Telegraf"/>
                <a:cs typeface="Telegraf"/>
                <a:sym typeface="Telegraf"/>
              </a:rPr>
              <a:t>Article Title</a:t>
            </a:r>
            <a:endParaRPr lang="en-US" sz="1843" u="none" strike="noStrike" spc="77" dirty="0">
              <a:solidFill>
                <a:srgbClr val="FFFFFF"/>
              </a:solidFill>
              <a:latin typeface="Telegraf"/>
              <a:ea typeface="Telegraf"/>
              <a:cs typeface="Telegraf"/>
              <a:sym typeface="Telegraf"/>
            </a:endParaRPr>
          </a:p>
          <a:p>
            <a:pPr marL="0" lvl="0" indent="0" algn="just">
              <a:lnSpc>
                <a:spcPts val="2580"/>
              </a:lnSpc>
            </a:pPr>
            <a:endParaRPr lang="en-US" sz="1843" u="none" strike="noStrike" spc="77" dirty="0">
              <a:solidFill>
                <a:srgbClr val="FFFFFF"/>
              </a:solidFill>
              <a:latin typeface="Telegraf"/>
              <a:ea typeface="Telegraf"/>
              <a:cs typeface="Telegraf"/>
              <a:sym typeface="Telegraf"/>
            </a:endParaRPr>
          </a:p>
        </p:txBody>
      </p:sp>
      <p:sp>
        <p:nvSpPr>
          <p:cNvPr id="6" name="TextBox 6"/>
          <p:cNvSpPr txBox="1"/>
          <p:nvPr/>
        </p:nvSpPr>
        <p:spPr>
          <a:xfrm>
            <a:off x="5021752" y="6135494"/>
            <a:ext cx="3764565" cy="2646430"/>
          </a:xfrm>
          <a:prstGeom prst="rect">
            <a:avLst/>
          </a:prstGeom>
        </p:spPr>
        <p:txBody>
          <a:bodyPr lIns="0" tIns="0" rIns="0" bIns="0" rtlCol="0" anchor="t">
            <a:spAutoFit/>
          </a:bodyPr>
          <a:lstStyle/>
          <a:p>
            <a:pPr marL="457200" lvl="0" indent="-457200" algn="just">
              <a:lnSpc>
                <a:spcPts val="2580"/>
              </a:lnSpc>
              <a:buFont typeface="+mj-lt"/>
              <a:buAutoNum type="arabicPeriod" startAt="2"/>
            </a:pPr>
            <a:r>
              <a:rPr lang="en-US" sz="1843" b="1" u="none" strike="noStrike" spc="77" dirty="0">
                <a:solidFill>
                  <a:srgbClr val="FFFFFF"/>
                </a:solidFill>
                <a:latin typeface="Telegraf"/>
                <a:ea typeface="Telegraf"/>
                <a:cs typeface="Telegraf"/>
                <a:sym typeface="Telegraf"/>
              </a:rPr>
              <a:t>Cleaning</a:t>
            </a:r>
          </a:p>
          <a:p>
            <a:pPr marL="342900" lvl="0" indent="-342900" algn="just">
              <a:lnSpc>
                <a:spcPts val="2580"/>
              </a:lnSpc>
              <a:buFont typeface="Arial" panose="020B0604020202020204" pitchFamily="34" charset="0"/>
              <a:buChar char="•"/>
            </a:pPr>
            <a:r>
              <a:rPr lang="en-US" sz="1843" spc="77" dirty="0">
                <a:solidFill>
                  <a:srgbClr val="FFFFFF"/>
                </a:solidFill>
                <a:latin typeface="Telegraf"/>
                <a:ea typeface="Telegraf"/>
                <a:cs typeface="Telegraf"/>
                <a:sym typeface="Telegraf"/>
              </a:rPr>
              <a:t>The system standardizes:</a:t>
            </a:r>
          </a:p>
          <a:p>
            <a:pPr lvl="0" algn="just">
              <a:lnSpc>
                <a:spcPts val="2580"/>
              </a:lnSpc>
            </a:pPr>
            <a:r>
              <a:rPr lang="en-US" sz="1843" b="1" spc="77" dirty="0">
                <a:solidFill>
                  <a:srgbClr val="FFFFFF"/>
                </a:solidFill>
                <a:latin typeface="Telegraf"/>
                <a:ea typeface="Telegraf"/>
                <a:cs typeface="Telegraf"/>
                <a:sym typeface="Telegraf"/>
              </a:rPr>
              <a:t>Title</a:t>
            </a:r>
          </a:p>
          <a:p>
            <a:pPr lvl="0" algn="just">
              <a:lnSpc>
                <a:spcPts val="2580"/>
              </a:lnSpc>
            </a:pPr>
            <a:r>
              <a:rPr lang="en-US" sz="1843" b="1" spc="77" dirty="0">
                <a:solidFill>
                  <a:srgbClr val="FFFFFF"/>
                </a:solidFill>
                <a:latin typeface="Telegraf"/>
                <a:ea typeface="Telegraf"/>
                <a:cs typeface="Telegraf"/>
                <a:sym typeface="Telegraf"/>
              </a:rPr>
              <a:t>Description</a:t>
            </a:r>
          </a:p>
          <a:p>
            <a:pPr lvl="0" algn="just">
              <a:lnSpc>
                <a:spcPts val="2580"/>
              </a:lnSpc>
            </a:pPr>
            <a:r>
              <a:rPr lang="en-US" sz="1843" b="1" spc="77" dirty="0">
                <a:solidFill>
                  <a:srgbClr val="FFFFFF"/>
                </a:solidFill>
                <a:latin typeface="Telegraf"/>
                <a:ea typeface="Telegraf"/>
                <a:cs typeface="Telegraf"/>
                <a:sym typeface="Telegraf"/>
              </a:rPr>
              <a:t>URL</a:t>
            </a:r>
          </a:p>
          <a:p>
            <a:pPr lvl="0" algn="just">
              <a:lnSpc>
                <a:spcPts val="2580"/>
              </a:lnSpc>
            </a:pPr>
            <a:r>
              <a:rPr lang="en-US" sz="1843" b="1" spc="77" dirty="0">
                <a:solidFill>
                  <a:srgbClr val="FFFFFF"/>
                </a:solidFill>
                <a:latin typeface="Telegraf"/>
                <a:ea typeface="Telegraf"/>
                <a:cs typeface="Telegraf"/>
                <a:sym typeface="Telegraf"/>
              </a:rPr>
              <a:t>Source</a:t>
            </a:r>
          </a:p>
          <a:p>
            <a:pPr lvl="0" algn="just">
              <a:lnSpc>
                <a:spcPts val="2580"/>
              </a:lnSpc>
            </a:pPr>
            <a:r>
              <a:rPr lang="en-US" sz="1843" b="1" spc="77" dirty="0">
                <a:solidFill>
                  <a:srgbClr val="FFFFFF"/>
                </a:solidFill>
                <a:latin typeface="Telegraf"/>
                <a:ea typeface="Telegraf"/>
                <a:cs typeface="Telegraf"/>
                <a:sym typeface="Telegraf"/>
              </a:rPr>
              <a:t>Published Date</a:t>
            </a:r>
          </a:p>
          <a:p>
            <a:pPr lvl="0" algn="just">
              <a:lnSpc>
                <a:spcPts val="2580"/>
              </a:lnSpc>
            </a:pPr>
            <a:r>
              <a:rPr lang="en-US" sz="1843" b="1" spc="77" dirty="0">
                <a:solidFill>
                  <a:srgbClr val="FFFFFF"/>
                </a:solidFill>
                <a:latin typeface="Telegraf"/>
                <a:ea typeface="Telegraf"/>
                <a:cs typeface="Telegraf"/>
                <a:sym typeface="Telegraf"/>
              </a:rPr>
              <a:t>Author</a:t>
            </a:r>
            <a:endParaRPr lang="en-US" sz="1843" b="1" u="none" strike="noStrike" spc="77" dirty="0">
              <a:solidFill>
                <a:srgbClr val="FFFFFF"/>
              </a:solidFill>
              <a:latin typeface="Telegraf"/>
              <a:ea typeface="Telegraf"/>
              <a:cs typeface="Telegraf"/>
              <a:sym typeface="Telegraf"/>
            </a:endParaRPr>
          </a:p>
        </p:txBody>
      </p:sp>
      <p:sp>
        <p:nvSpPr>
          <p:cNvPr id="7" name="TextBox 7"/>
          <p:cNvSpPr txBox="1"/>
          <p:nvPr/>
        </p:nvSpPr>
        <p:spPr>
          <a:xfrm>
            <a:off x="9506352" y="6135494"/>
            <a:ext cx="3764565" cy="3646704"/>
          </a:xfrm>
          <a:prstGeom prst="rect">
            <a:avLst/>
          </a:prstGeom>
        </p:spPr>
        <p:txBody>
          <a:bodyPr lIns="0" tIns="0" rIns="0" bIns="0" rtlCol="0" anchor="t">
            <a:spAutoFit/>
          </a:bodyPr>
          <a:lstStyle/>
          <a:p>
            <a:pPr marL="457200" lvl="0" indent="-457200" algn="just">
              <a:lnSpc>
                <a:spcPts val="2580"/>
              </a:lnSpc>
              <a:buFont typeface="+mj-lt"/>
              <a:buAutoNum type="arabicPeriod" startAt="3"/>
            </a:pPr>
            <a:r>
              <a:rPr lang="en-US" sz="1843" b="1" u="none" strike="noStrike" spc="77" dirty="0">
                <a:solidFill>
                  <a:srgbClr val="FFFFFF"/>
                </a:solidFill>
                <a:latin typeface="Telegraf"/>
                <a:ea typeface="Telegraf"/>
                <a:cs typeface="Telegraf"/>
                <a:sym typeface="Telegraf"/>
              </a:rPr>
              <a:t>Processing flow</a:t>
            </a:r>
          </a:p>
          <a:p>
            <a:pPr lvl="0" algn="just">
              <a:lnSpc>
                <a:spcPts val="2580"/>
              </a:lnSpc>
            </a:pPr>
            <a:endParaRPr lang="en-US" sz="1843" spc="77" dirty="0">
              <a:solidFill>
                <a:srgbClr val="FFFFFF"/>
              </a:solidFill>
              <a:latin typeface="Telegraf"/>
              <a:ea typeface="Telegraf"/>
              <a:cs typeface="Telegraf"/>
              <a:sym typeface="Telegraf"/>
            </a:endParaRPr>
          </a:p>
          <a:p>
            <a:pPr lvl="0" algn="just">
              <a:lnSpc>
                <a:spcPts val="2580"/>
              </a:lnSpc>
            </a:pPr>
            <a:r>
              <a:rPr lang="en-US" sz="1843" spc="77" dirty="0">
                <a:solidFill>
                  <a:srgbClr val="FFFFFF"/>
                </a:solidFill>
                <a:latin typeface="Telegraf"/>
                <a:ea typeface="Telegraf"/>
                <a:cs typeface="Telegraf"/>
                <a:sym typeface="Telegraf"/>
              </a:rPr>
              <a:t>Raw </a:t>
            </a:r>
            <a:r>
              <a:rPr lang="en-US" sz="1843" spc="77" dirty="0" err="1">
                <a:solidFill>
                  <a:srgbClr val="FFFFFF"/>
                </a:solidFill>
                <a:latin typeface="Telegraf"/>
                <a:ea typeface="Telegraf"/>
                <a:cs typeface="Telegraf"/>
                <a:sym typeface="Telegraf"/>
              </a:rPr>
              <a:t>NewsAPI</a:t>
            </a:r>
            <a:r>
              <a:rPr lang="en-US" sz="1843" spc="77" dirty="0">
                <a:solidFill>
                  <a:srgbClr val="FFFFFF"/>
                </a:solidFill>
                <a:latin typeface="Telegraf"/>
                <a:ea typeface="Telegraf"/>
                <a:cs typeface="Telegraf"/>
                <a:sym typeface="Telegraf"/>
              </a:rPr>
              <a:t> Articles</a:t>
            </a:r>
          </a:p>
          <a:p>
            <a:pPr lvl="0" algn="just">
              <a:lnSpc>
                <a:spcPts val="2580"/>
              </a:lnSpc>
            </a:pPr>
            <a:r>
              <a:rPr lang="en-US" sz="1843" spc="77" dirty="0">
                <a:solidFill>
                  <a:srgbClr val="FFFFFF"/>
                </a:solidFill>
                <a:latin typeface="Telegraf"/>
                <a:ea typeface="Telegraf"/>
                <a:cs typeface="Telegraf"/>
                <a:sym typeface="Telegraf"/>
              </a:rPr>
              <a:t>          ↓</a:t>
            </a:r>
          </a:p>
          <a:p>
            <a:pPr lvl="0" algn="just">
              <a:lnSpc>
                <a:spcPts val="2580"/>
              </a:lnSpc>
            </a:pPr>
            <a:r>
              <a:rPr lang="en-US" sz="1843" spc="77" dirty="0">
                <a:solidFill>
                  <a:srgbClr val="FFFFFF"/>
                </a:solidFill>
                <a:latin typeface="Telegraf"/>
                <a:ea typeface="Telegraf"/>
                <a:cs typeface="Telegraf"/>
                <a:sym typeface="Telegraf"/>
              </a:rPr>
              <a:t>Remove Empty Articles</a:t>
            </a:r>
          </a:p>
          <a:p>
            <a:pPr lvl="0" algn="just">
              <a:lnSpc>
                <a:spcPts val="2580"/>
              </a:lnSpc>
            </a:pPr>
            <a:r>
              <a:rPr lang="en-US" sz="1843" spc="77" dirty="0">
                <a:solidFill>
                  <a:srgbClr val="FFFFFF"/>
                </a:solidFill>
                <a:latin typeface="Telegraf"/>
                <a:ea typeface="Telegraf"/>
                <a:cs typeface="Telegraf"/>
                <a:sym typeface="Telegraf"/>
              </a:rPr>
              <a:t>          ↓</a:t>
            </a:r>
          </a:p>
          <a:p>
            <a:pPr lvl="0" algn="just">
              <a:lnSpc>
                <a:spcPts val="2580"/>
              </a:lnSpc>
            </a:pPr>
            <a:r>
              <a:rPr lang="en-US" sz="1843" spc="77" dirty="0">
                <a:solidFill>
                  <a:srgbClr val="FFFFFF"/>
                </a:solidFill>
                <a:latin typeface="Telegraf"/>
                <a:ea typeface="Telegraf"/>
                <a:cs typeface="Telegraf"/>
                <a:sym typeface="Telegraf"/>
              </a:rPr>
              <a:t>Remove Duplicates</a:t>
            </a:r>
          </a:p>
          <a:p>
            <a:pPr lvl="0" algn="just">
              <a:lnSpc>
                <a:spcPts val="2580"/>
              </a:lnSpc>
            </a:pPr>
            <a:r>
              <a:rPr lang="en-US" sz="1843" spc="77" dirty="0">
                <a:solidFill>
                  <a:srgbClr val="FFFFFF"/>
                </a:solidFill>
                <a:latin typeface="Telegraf"/>
                <a:ea typeface="Telegraf"/>
                <a:cs typeface="Telegraf"/>
                <a:sym typeface="Telegraf"/>
              </a:rPr>
              <a:t>          ↓</a:t>
            </a:r>
          </a:p>
          <a:p>
            <a:pPr lvl="0" algn="just">
              <a:lnSpc>
                <a:spcPts val="2580"/>
              </a:lnSpc>
            </a:pPr>
            <a:r>
              <a:rPr lang="en-US" sz="1843" spc="77" dirty="0">
                <a:solidFill>
                  <a:srgbClr val="FFFFFF"/>
                </a:solidFill>
                <a:latin typeface="Telegraf"/>
                <a:ea typeface="Telegraf"/>
                <a:cs typeface="Telegraf"/>
                <a:sym typeface="Telegraf"/>
              </a:rPr>
              <a:t>Standardize Fields</a:t>
            </a:r>
          </a:p>
          <a:p>
            <a:pPr lvl="0" algn="just">
              <a:lnSpc>
                <a:spcPts val="2580"/>
              </a:lnSpc>
            </a:pPr>
            <a:r>
              <a:rPr lang="en-US" sz="1843" spc="77" dirty="0">
                <a:solidFill>
                  <a:srgbClr val="FFFFFF"/>
                </a:solidFill>
                <a:latin typeface="Telegraf"/>
                <a:ea typeface="Telegraf"/>
                <a:cs typeface="Telegraf"/>
                <a:sym typeface="Telegraf"/>
              </a:rPr>
              <a:t>          ↓</a:t>
            </a:r>
          </a:p>
          <a:p>
            <a:pPr lvl="0" algn="just">
              <a:lnSpc>
                <a:spcPts val="2580"/>
              </a:lnSpc>
            </a:pPr>
            <a:r>
              <a:rPr lang="en-US" sz="1843" spc="77" dirty="0">
                <a:solidFill>
                  <a:srgbClr val="FFFFFF"/>
                </a:solidFill>
                <a:latin typeface="Telegraf"/>
                <a:ea typeface="Telegraf"/>
                <a:cs typeface="Telegraf"/>
                <a:sym typeface="Telegraf"/>
              </a:rPr>
              <a:t>Clean Article Dataset</a:t>
            </a:r>
            <a:endParaRPr lang="en-US" sz="1843" u="none" strike="noStrike" spc="77" dirty="0">
              <a:solidFill>
                <a:srgbClr val="FFFFFF"/>
              </a:solidFill>
              <a:latin typeface="Telegraf"/>
              <a:ea typeface="Telegraf"/>
              <a:cs typeface="Telegraf"/>
              <a:sym typeface="Telegraf"/>
            </a:endParaRPr>
          </a:p>
        </p:txBody>
      </p:sp>
      <p:grpSp>
        <p:nvGrpSpPr>
          <p:cNvPr id="9" name="Group 9"/>
          <p:cNvGrpSpPr/>
          <p:nvPr/>
        </p:nvGrpSpPr>
        <p:grpSpPr>
          <a:xfrm>
            <a:off x="456284" y="4592503"/>
            <a:ext cx="1476315" cy="147631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0A5FF">
                    <a:alpha val="100000"/>
                  </a:srgbClr>
                </a:gs>
                <a:gs pos="100000">
                  <a:srgbClr val="041E4E">
                    <a:alpha val="100000"/>
                  </a:srgbClr>
                </a:gs>
              </a:gsLst>
              <a:lin ang="5400000"/>
            </a:gradFill>
          </p:spPr>
        </p:sp>
        <p:sp>
          <p:nvSpPr>
            <p:cNvPr id="11" name="TextBox 11"/>
            <p:cNvSpPr txBox="1"/>
            <p:nvPr/>
          </p:nvSpPr>
          <p:spPr>
            <a:xfrm>
              <a:off x="76200" y="19050"/>
              <a:ext cx="660400" cy="717550"/>
            </a:xfrm>
            <a:prstGeom prst="rect">
              <a:avLst/>
            </a:prstGeom>
          </p:spPr>
          <p:txBody>
            <a:bodyPr lIns="0" tIns="0" rIns="0" bIns="0" rtlCol="0" anchor="ctr"/>
            <a:lstStyle/>
            <a:p>
              <a:pPr marL="0" lvl="0" indent="0" algn="ctr">
                <a:lnSpc>
                  <a:spcPts val="2600"/>
                </a:lnSpc>
                <a:spcBef>
                  <a:spcPct val="0"/>
                </a:spcBef>
              </a:pPr>
              <a:endParaRPr/>
            </a:p>
          </p:txBody>
        </p:sp>
      </p:grpSp>
      <p:grpSp>
        <p:nvGrpSpPr>
          <p:cNvPr id="12" name="Group 12"/>
          <p:cNvGrpSpPr/>
          <p:nvPr/>
        </p:nvGrpSpPr>
        <p:grpSpPr>
          <a:xfrm>
            <a:off x="4939893" y="4592503"/>
            <a:ext cx="1476315" cy="147631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0A5FF">
                    <a:alpha val="100000"/>
                  </a:srgbClr>
                </a:gs>
                <a:gs pos="100000">
                  <a:srgbClr val="041E4E">
                    <a:alpha val="100000"/>
                  </a:srgbClr>
                </a:gs>
              </a:gsLst>
              <a:lin ang="5400000"/>
            </a:gradFill>
          </p:spPr>
        </p:sp>
        <p:sp>
          <p:nvSpPr>
            <p:cNvPr id="14" name="TextBox 14"/>
            <p:cNvSpPr txBox="1"/>
            <p:nvPr/>
          </p:nvSpPr>
          <p:spPr>
            <a:xfrm>
              <a:off x="76200" y="19050"/>
              <a:ext cx="660400" cy="717550"/>
            </a:xfrm>
            <a:prstGeom prst="rect">
              <a:avLst/>
            </a:prstGeom>
          </p:spPr>
          <p:txBody>
            <a:bodyPr lIns="0" tIns="0" rIns="0" bIns="0" rtlCol="0" anchor="ctr"/>
            <a:lstStyle/>
            <a:p>
              <a:pPr marL="0" lvl="0" indent="0" algn="ctr">
                <a:lnSpc>
                  <a:spcPts val="2600"/>
                </a:lnSpc>
                <a:spcBef>
                  <a:spcPct val="0"/>
                </a:spcBef>
              </a:pPr>
              <a:endParaRPr/>
            </a:p>
          </p:txBody>
        </p:sp>
      </p:grpSp>
      <p:grpSp>
        <p:nvGrpSpPr>
          <p:cNvPr id="15" name="Group 15"/>
          <p:cNvGrpSpPr/>
          <p:nvPr/>
        </p:nvGrpSpPr>
        <p:grpSpPr>
          <a:xfrm>
            <a:off x="9424492" y="4592503"/>
            <a:ext cx="1476315" cy="1476315"/>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0A5FF">
                    <a:alpha val="100000"/>
                  </a:srgbClr>
                </a:gs>
                <a:gs pos="100000">
                  <a:srgbClr val="041E4E">
                    <a:alpha val="100000"/>
                  </a:srgbClr>
                </a:gs>
              </a:gsLst>
              <a:lin ang="5400000"/>
            </a:gradFill>
          </p:spPr>
        </p:sp>
        <p:sp>
          <p:nvSpPr>
            <p:cNvPr id="17" name="TextBox 17"/>
            <p:cNvSpPr txBox="1"/>
            <p:nvPr/>
          </p:nvSpPr>
          <p:spPr>
            <a:xfrm>
              <a:off x="76200" y="19050"/>
              <a:ext cx="660400" cy="717550"/>
            </a:xfrm>
            <a:prstGeom prst="rect">
              <a:avLst/>
            </a:prstGeom>
          </p:spPr>
          <p:txBody>
            <a:bodyPr lIns="0" tIns="0" rIns="0" bIns="0" rtlCol="0" anchor="ctr"/>
            <a:lstStyle/>
            <a:p>
              <a:pPr marL="0" lvl="0" indent="0" algn="ctr">
                <a:lnSpc>
                  <a:spcPts val="2600"/>
                </a:lnSpc>
                <a:spcBef>
                  <a:spcPct val="0"/>
                </a:spcBef>
              </a:pPr>
              <a:endParaRPr/>
            </a:p>
          </p:txBody>
        </p:sp>
      </p:grpSp>
      <p:grpSp>
        <p:nvGrpSpPr>
          <p:cNvPr id="18" name="Group 18"/>
          <p:cNvGrpSpPr/>
          <p:nvPr/>
        </p:nvGrpSpPr>
        <p:grpSpPr>
          <a:xfrm>
            <a:off x="14144119" y="6210583"/>
            <a:ext cx="3388308" cy="3350138"/>
            <a:chOff x="0" y="19050"/>
            <a:chExt cx="812800" cy="849939"/>
          </a:xfrm>
        </p:grpSpPr>
        <p:sp>
          <p:nvSpPr>
            <p:cNvPr id="19" name="Freeform 19"/>
            <p:cNvSpPr/>
            <p:nvPr/>
          </p:nvSpPr>
          <p:spPr>
            <a:xfrm>
              <a:off x="0" y="56189"/>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0A5FF">
                    <a:alpha val="100000"/>
                  </a:srgbClr>
                </a:gs>
                <a:gs pos="100000">
                  <a:srgbClr val="041E4E">
                    <a:alpha val="100000"/>
                  </a:srgbClr>
                </a:gs>
              </a:gsLst>
              <a:lin ang="5400000"/>
            </a:gradFill>
          </p:spPr>
          <p:txBody>
            <a:bodyPr/>
            <a:lstStyle/>
            <a:p>
              <a:endParaRPr lang="en-IN" dirty="0"/>
            </a:p>
          </p:txBody>
        </p:sp>
        <p:sp>
          <p:nvSpPr>
            <p:cNvPr id="20" name="TextBox 20"/>
            <p:cNvSpPr txBox="1"/>
            <p:nvPr/>
          </p:nvSpPr>
          <p:spPr>
            <a:xfrm>
              <a:off x="76200" y="19050"/>
              <a:ext cx="660400" cy="717550"/>
            </a:xfrm>
            <a:prstGeom prst="rect">
              <a:avLst/>
            </a:prstGeom>
          </p:spPr>
          <p:txBody>
            <a:bodyPr lIns="0" tIns="0" rIns="0" bIns="0" rtlCol="0" anchor="ctr"/>
            <a:lstStyle/>
            <a:p>
              <a:pPr marL="0" lvl="0" indent="0" algn="ctr">
                <a:lnSpc>
                  <a:spcPts val="2600"/>
                </a:lnSpc>
                <a:spcBef>
                  <a:spcPct val="0"/>
                </a:spcBef>
              </a:pPr>
              <a:endParaRPr/>
            </a:p>
          </p:txBody>
        </p:sp>
      </p:grpSp>
      <p:sp>
        <p:nvSpPr>
          <p:cNvPr id="21" name="Freeform 21"/>
          <p:cNvSpPr/>
          <p:nvPr/>
        </p:nvSpPr>
        <p:spPr>
          <a:xfrm>
            <a:off x="838787" y="4885579"/>
            <a:ext cx="659593" cy="909214"/>
          </a:xfrm>
          <a:custGeom>
            <a:avLst/>
            <a:gdLst/>
            <a:ahLst/>
            <a:cxnLst/>
            <a:rect l="l" t="t" r="r" b="b"/>
            <a:pathLst>
              <a:path w="659593" h="909214">
                <a:moveTo>
                  <a:pt x="0" y="0"/>
                </a:moveTo>
                <a:lnTo>
                  <a:pt x="659594" y="0"/>
                </a:lnTo>
                <a:lnTo>
                  <a:pt x="659594" y="909214"/>
                </a:lnTo>
                <a:lnTo>
                  <a:pt x="0" y="90921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2" name="Freeform 22"/>
          <p:cNvSpPr/>
          <p:nvPr/>
        </p:nvSpPr>
        <p:spPr>
          <a:xfrm>
            <a:off x="14457534" y="6837722"/>
            <a:ext cx="2753000" cy="2242248"/>
          </a:xfrm>
          <a:custGeom>
            <a:avLst/>
            <a:gdLst/>
            <a:ahLst/>
            <a:cxnLst/>
            <a:rect l="l" t="t" r="r" b="b"/>
            <a:pathLst>
              <a:path w="930407" h="930407">
                <a:moveTo>
                  <a:pt x="0" y="0"/>
                </a:moveTo>
                <a:lnTo>
                  <a:pt x="930407" y="0"/>
                </a:lnTo>
                <a:lnTo>
                  <a:pt x="930407" y="930407"/>
                </a:lnTo>
                <a:lnTo>
                  <a:pt x="0" y="930407"/>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sp>
      <p:sp>
        <p:nvSpPr>
          <p:cNvPr id="23" name="Freeform 23"/>
          <p:cNvSpPr/>
          <p:nvPr/>
        </p:nvSpPr>
        <p:spPr>
          <a:xfrm>
            <a:off x="5241918" y="4911011"/>
            <a:ext cx="858350" cy="858350"/>
          </a:xfrm>
          <a:custGeom>
            <a:avLst/>
            <a:gdLst/>
            <a:ahLst/>
            <a:cxnLst/>
            <a:rect l="l" t="t" r="r" b="b"/>
            <a:pathLst>
              <a:path w="858350" h="858350">
                <a:moveTo>
                  <a:pt x="0" y="0"/>
                </a:moveTo>
                <a:lnTo>
                  <a:pt x="858349" y="0"/>
                </a:lnTo>
                <a:lnTo>
                  <a:pt x="858349" y="858350"/>
                </a:lnTo>
                <a:lnTo>
                  <a:pt x="0" y="858350"/>
                </a:lnTo>
                <a:lnTo>
                  <a:pt x="0"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sp>
      <p:sp>
        <p:nvSpPr>
          <p:cNvPr id="24" name="Freeform 24"/>
          <p:cNvSpPr/>
          <p:nvPr/>
        </p:nvSpPr>
        <p:spPr>
          <a:xfrm>
            <a:off x="9692809" y="4833926"/>
            <a:ext cx="967009" cy="967009"/>
          </a:xfrm>
          <a:custGeom>
            <a:avLst/>
            <a:gdLst/>
            <a:ahLst/>
            <a:cxnLst/>
            <a:rect l="l" t="t" r="r" b="b"/>
            <a:pathLst>
              <a:path w="967009" h="967009">
                <a:moveTo>
                  <a:pt x="0" y="0"/>
                </a:moveTo>
                <a:lnTo>
                  <a:pt x="967009" y="0"/>
                </a:lnTo>
                <a:lnTo>
                  <a:pt x="967009" y="967009"/>
                </a:lnTo>
                <a:lnTo>
                  <a:pt x="0" y="967009"/>
                </a:lnTo>
                <a:lnTo>
                  <a:pt x="0" y="0"/>
                </a:lnTo>
                <a:close/>
              </a:path>
            </a:pathLst>
          </a:custGeom>
          <a:blipFill>
            <a:blip>
              <a:extLst>
                <a:ext uri="{96DAC541-7B7A-43D3-8B79-37D633B846F1}">
                  <asvg:svgBlip xmlns:asvg="http://schemas.microsoft.com/office/drawing/2016/SVG/main" r:embed="rId6"/>
                </a:ext>
              </a:extLst>
            </a:blip>
            <a:stretch>
              <a:fillRect/>
            </a:stretch>
          </a:blipFill>
          <a:ln cap="sq">
            <a:noFill/>
            <a:prstDash val="solid"/>
            <a:miter/>
          </a:ln>
        </p:spPr>
      </p:sp>
      <p:pic>
        <p:nvPicPr>
          <p:cNvPr id="26" name="Picture 25">
            <a:extLst>
              <a:ext uri="{FF2B5EF4-FFF2-40B4-BE49-F238E27FC236}">
                <a16:creationId xmlns:a16="http://schemas.microsoft.com/office/drawing/2014/main" id="{016B76E9-48C3-A40E-8DF0-17002B0E2CD3}"/>
              </a:ext>
            </a:extLst>
          </p:cNvPr>
          <p:cNvPicPr>
            <a:picLocks noChangeAspect="1"/>
          </p:cNvPicPr>
          <p:nvPr/>
        </p:nvPicPr>
        <p:blipFill>
          <a:blip r:embed="rId7"/>
          <a:stretch>
            <a:fillRect/>
          </a:stretch>
        </p:blipFill>
        <p:spPr>
          <a:xfrm>
            <a:off x="0" y="10659"/>
            <a:ext cx="2819400" cy="93181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18444"/>
            </a:stretch>
          </a:blipFill>
        </p:spPr>
      </p:sp>
      <p:grpSp>
        <p:nvGrpSpPr>
          <p:cNvPr id="3" name="Group 3"/>
          <p:cNvGrpSpPr/>
          <p:nvPr/>
        </p:nvGrpSpPr>
        <p:grpSpPr>
          <a:xfrm>
            <a:off x="1028700" y="4171173"/>
            <a:ext cx="1010106" cy="1186640"/>
            <a:chOff x="0" y="0"/>
            <a:chExt cx="205815" cy="241785"/>
          </a:xfrm>
        </p:grpSpPr>
        <p:sp>
          <p:nvSpPr>
            <p:cNvPr id="4" name="Freeform 4"/>
            <p:cNvSpPr/>
            <p:nvPr/>
          </p:nvSpPr>
          <p:spPr>
            <a:xfrm>
              <a:off x="0" y="0"/>
              <a:ext cx="205815" cy="241785"/>
            </a:xfrm>
            <a:custGeom>
              <a:avLst/>
              <a:gdLst/>
              <a:ahLst/>
              <a:cxnLst/>
              <a:rect l="l" t="t" r="r" b="b"/>
              <a:pathLst>
                <a:path w="205815" h="241785">
                  <a:moveTo>
                    <a:pt x="0" y="0"/>
                  </a:moveTo>
                  <a:lnTo>
                    <a:pt x="205815" y="0"/>
                  </a:lnTo>
                  <a:lnTo>
                    <a:pt x="205815" y="241785"/>
                  </a:lnTo>
                  <a:lnTo>
                    <a:pt x="0" y="241785"/>
                  </a:lnTo>
                  <a:close/>
                </a:path>
              </a:pathLst>
            </a:custGeom>
            <a:gradFill rotWithShape="1">
              <a:gsLst>
                <a:gs pos="0">
                  <a:srgbClr val="10A5FF">
                    <a:alpha val="100000"/>
                  </a:srgbClr>
                </a:gs>
                <a:gs pos="100000">
                  <a:srgbClr val="041E4E">
                    <a:alpha val="100000"/>
                  </a:srgbClr>
                </a:gs>
              </a:gsLst>
              <a:lin ang="5400000"/>
            </a:gradFill>
            <a:ln cap="sq">
              <a:noFill/>
              <a:prstDash val="solid"/>
              <a:miter/>
            </a:ln>
          </p:spPr>
        </p:sp>
        <p:sp>
          <p:nvSpPr>
            <p:cNvPr id="5" name="TextBox 5"/>
            <p:cNvSpPr txBox="1"/>
            <p:nvPr/>
          </p:nvSpPr>
          <p:spPr>
            <a:xfrm>
              <a:off x="0" y="-57150"/>
              <a:ext cx="205815" cy="298935"/>
            </a:xfrm>
            <a:prstGeom prst="rect">
              <a:avLst/>
            </a:prstGeom>
          </p:spPr>
          <p:txBody>
            <a:bodyPr lIns="0" tIns="0" rIns="0" bIns="0" rtlCol="0" anchor="ctr"/>
            <a:lstStyle/>
            <a:p>
              <a:pPr marL="0" lvl="0" indent="0" algn="ctr">
                <a:lnSpc>
                  <a:spcPts val="2600"/>
                </a:lnSpc>
                <a:spcBef>
                  <a:spcPct val="0"/>
                </a:spcBef>
              </a:pPr>
              <a:r>
                <a:rPr lang="en-US" sz="2000" spc="84">
                  <a:solidFill>
                    <a:srgbClr val="FFFFFF"/>
                  </a:solidFill>
                  <a:latin typeface="Telegraf"/>
                  <a:ea typeface="Telegraf"/>
                  <a:cs typeface="Telegraf"/>
                  <a:sym typeface="Telegraf"/>
                </a:rPr>
                <a:t>01</a:t>
              </a:r>
            </a:p>
          </p:txBody>
        </p:sp>
      </p:grpSp>
      <p:grpSp>
        <p:nvGrpSpPr>
          <p:cNvPr id="6" name="Group 6"/>
          <p:cNvGrpSpPr/>
          <p:nvPr/>
        </p:nvGrpSpPr>
        <p:grpSpPr>
          <a:xfrm>
            <a:off x="1028700" y="5614989"/>
            <a:ext cx="1010106" cy="1186640"/>
            <a:chOff x="0" y="0"/>
            <a:chExt cx="205815" cy="241785"/>
          </a:xfrm>
        </p:grpSpPr>
        <p:sp>
          <p:nvSpPr>
            <p:cNvPr id="7" name="Freeform 7"/>
            <p:cNvSpPr/>
            <p:nvPr/>
          </p:nvSpPr>
          <p:spPr>
            <a:xfrm>
              <a:off x="0" y="0"/>
              <a:ext cx="205815" cy="241785"/>
            </a:xfrm>
            <a:custGeom>
              <a:avLst/>
              <a:gdLst/>
              <a:ahLst/>
              <a:cxnLst/>
              <a:rect l="l" t="t" r="r" b="b"/>
              <a:pathLst>
                <a:path w="205815" h="241785">
                  <a:moveTo>
                    <a:pt x="0" y="0"/>
                  </a:moveTo>
                  <a:lnTo>
                    <a:pt x="205815" y="0"/>
                  </a:lnTo>
                  <a:lnTo>
                    <a:pt x="205815" y="241785"/>
                  </a:lnTo>
                  <a:lnTo>
                    <a:pt x="0" y="241785"/>
                  </a:lnTo>
                  <a:close/>
                </a:path>
              </a:pathLst>
            </a:custGeom>
            <a:gradFill rotWithShape="1">
              <a:gsLst>
                <a:gs pos="0">
                  <a:srgbClr val="10A5FF">
                    <a:alpha val="100000"/>
                  </a:srgbClr>
                </a:gs>
                <a:gs pos="100000">
                  <a:srgbClr val="041E4E">
                    <a:alpha val="100000"/>
                  </a:srgbClr>
                </a:gs>
              </a:gsLst>
              <a:lin ang="5400000"/>
            </a:gradFill>
            <a:ln cap="sq">
              <a:noFill/>
              <a:prstDash val="solid"/>
              <a:miter/>
            </a:ln>
          </p:spPr>
        </p:sp>
        <p:sp>
          <p:nvSpPr>
            <p:cNvPr id="8" name="TextBox 8"/>
            <p:cNvSpPr txBox="1"/>
            <p:nvPr/>
          </p:nvSpPr>
          <p:spPr>
            <a:xfrm>
              <a:off x="0" y="-57150"/>
              <a:ext cx="205815" cy="298935"/>
            </a:xfrm>
            <a:prstGeom prst="rect">
              <a:avLst/>
            </a:prstGeom>
          </p:spPr>
          <p:txBody>
            <a:bodyPr lIns="0" tIns="0" rIns="0" bIns="0" rtlCol="0" anchor="ctr"/>
            <a:lstStyle/>
            <a:p>
              <a:pPr marL="0" lvl="0" indent="0" algn="ctr">
                <a:lnSpc>
                  <a:spcPts val="2600"/>
                </a:lnSpc>
                <a:spcBef>
                  <a:spcPct val="0"/>
                </a:spcBef>
              </a:pPr>
              <a:r>
                <a:rPr lang="en-US" sz="2000" spc="84">
                  <a:solidFill>
                    <a:srgbClr val="FFFFFF"/>
                  </a:solidFill>
                  <a:latin typeface="Telegraf"/>
                  <a:ea typeface="Telegraf"/>
                  <a:cs typeface="Telegraf"/>
                  <a:sym typeface="Telegraf"/>
                </a:rPr>
                <a:t>02</a:t>
              </a:r>
            </a:p>
          </p:txBody>
        </p:sp>
      </p:grpSp>
      <p:grpSp>
        <p:nvGrpSpPr>
          <p:cNvPr id="9" name="Group 9"/>
          <p:cNvGrpSpPr/>
          <p:nvPr/>
        </p:nvGrpSpPr>
        <p:grpSpPr>
          <a:xfrm>
            <a:off x="1028700" y="7058804"/>
            <a:ext cx="1010106" cy="1186640"/>
            <a:chOff x="0" y="0"/>
            <a:chExt cx="205815" cy="241785"/>
          </a:xfrm>
        </p:grpSpPr>
        <p:sp>
          <p:nvSpPr>
            <p:cNvPr id="10" name="Freeform 10"/>
            <p:cNvSpPr/>
            <p:nvPr/>
          </p:nvSpPr>
          <p:spPr>
            <a:xfrm>
              <a:off x="0" y="0"/>
              <a:ext cx="205815" cy="241785"/>
            </a:xfrm>
            <a:custGeom>
              <a:avLst/>
              <a:gdLst/>
              <a:ahLst/>
              <a:cxnLst/>
              <a:rect l="l" t="t" r="r" b="b"/>
              <a:pathLst>
                <a:path w="205815" h="241785">
                  <a:moveTo>
                    <a:pt x="0" y="0"/>
                  </a:moveTo>
                  <a:lnTo>
                    <a:pt x="205815" y="0"/>
                  </a:lnTo>
                  <a:lnTo>
                    <a:pt x="205815" y="241785"/>
                  </a:lnTo>
                  <a:lnTo>
                    <a:pt x="0" y="241785"/>
                  </a:lnTo>
                  <a:close/>
                </a:path>
              </a:pathLst>
            </a:custGeom>
            <a:gradFill rotWithShape="1">
              <a:gsLst>
                <a:gs pos="0">
                  <a:srgbClr val="10A5FF">
                    <a:alpha val="100000"/>
                  </a:srgbClr>
                </a:gs>
                <a:gs pos="100000">
                  <a:srgbClr val="041E4E">
                    <a:alpha val="100000"/>
                  </a:srgbClr>
                </a:gs>
              </a:gsLst>
              <a:lin ang="5400000"/>
            </a:gradFill>
            <a:ln cap="sq">
              <a:noFill/>
              <a:prstDash val="solid"/>
              <a:miter/>
            </a:ln>
          </p:spPr>
        </p:sp>
        <p:sp>
          <p:nvSpPr>
            <p:cNvPr id="11" name="TextBox 11"/>
            <p:cNvSpPr txBox="1"/>
            <p:nvPr/>
          </p:nvSpPr>
          <p:spPr>
            <a:xfrm>
              <a:off x="0" y="-57150"/>
              <a:ext cx="205815" cy="298935"/>
            </a:xfrm>
            <a:prstGeom prst="rect">
              <a:avLst/>
            </a:prstGeom>
          </p:spPr>
          <p:txBody>
            <a:bodyPr lIns="0" tIns="0" rIns="0" bIns="0" rtlCol="0" anchor="ctr"/>
            <a:lstStyle/>
            <a:p>
              <a:pPr marL="0" lvl="0" indent="0" algn="ctr">
                <a:lnSpc>
                  <a:spcPts val="2600"/>
                </a:lnSpc>
                <a:spcBef>
                  <a:spcPct val="0"/>
                </a:spcBef>
              </a:pPr>
              <a:r>
                <a:rPr lang="en-US" sz="2000" spc="84">
                  <a:solidFill>
                    <a:srgbClr val="FFFFFF"/>
                  </a:solidFill>
                  <a:latin typeface="Telegraf"/>
                  <a:ea typeface="Telegraf"/>
                  <a:cs typeface="Telegraf"/>
                  <a:sym typeface="Telegraf"/>
                </a:rPr>
                <a:t>03</a:t>
              </a:r>
            </a:p>
          </p:txBody>
        </p:sp>
      </p:grpSp>
      <p:sp>
        <p:nvSpPr>
          <p:cNvPr id="12" name="TextBox 12"/>
          <p:cNvSpPr txBox="1"/>
          <p:nvPr/>
        </p:nvSpPr>
        <p:spPr>
          <a:xfrm>
            <a:off x="1028700" y="1693153"/>
            <a:ext cx="8074917" cy="1014380"/>
          </a:xfrm>
          <a:prstGeom prst="rect">
            <a:avLst/>
          </a:prstGeom>
        </p:spPr>
        <p:txBody>
          <a:bodyPr lIns="0" tIns="0" rIns="0" bIns="0" rtlCol="0" anchor="t">
            <a:spAutoFit/>
          </a:bodyPr>
          <a:lstStyle/>
          <a:p>
            <a:pPr algn="l">
              <a:lnSpc>
                <a:spcPts val="8296"/>
              </a:lnSpc>
            </a:pPr>
            <a:r>
              <a:rPr lang="en-US" sz="6381" dirty="0">
                <a:solidFill>
                  <a:srgbClr val="FFFFFF"/>
                </a:solidFill>
                <a:latin typeface="Telegraf"/>
                <a:ea typeface="Telegraf"/>
                <a:cs typeface="Telegraf"/>
                <a:sym typeface="Telegraf"/>
              </a:rPr>
              <a:t>AI Research Engine</a:t>
            </a:r>
          </a:p>
        </p:txBody>
      </p:sp>
      <p:sp>
        <p:nvSpPr>
          <p:cNvPr id="13" name="TextBox 13"/>
          <p:cNvSpPr txBox="1"/>
          <p:nvPr/>
        </p:nvSpPr>
        <p:spPr>
          <a:xfrm>
            <a:off x="2285454" y="4164545"/>
            <a:ext cx="8053372" cy="1168333"/>
          </a:xfrm>
          <a:prstGeom prst="rect">
            <a:avLst/>
          </a:prstGeom>
        </p:spPr>
        <p:txBody>
          <a:bodyPr lIns="0" tIns="0" rIns="0" bIns="0" rtlCol="0" anchor="t">
            <a:spAutoFit/>
          </a:bodyPr>
          <a:lstStyle/>
          <a:p>
            <a:pPr marL="457200" lvl="0" indent="-457200" algn="l">
              <a:lnSpc>
                <a:spcPts val="3107"/>
              </a:lnSpc>
              <a:buFont typeface="+mj-lt"/>
              <a:buAutoNum type="arabicPeriod"/>
            </a:pPr>
            <a:r>
              <a:rPr lang="en-US" sz="2219" u="none" strike="noStrike" spc="93" dirty="0">
                <a:solidFill>
                  <a:srgbClr val="FFFFFF"/>
                </a:solidFill>
                <a:latin typeface="Telegraf"/>
                <a:ea typeface="Telegraf"/>
                <a:cs typeface="Telegraf"/>
                <a:sym typeface="Telegraf"/>
              </a:rPr>
              <a:t>Direct Answer</a:t>
            </a:r>
          </a:p>
          <a:p>
            <a:pPr marL="342900" lvl="0" indent="-342900" algn="l">
              <a:lnSpc>
                <a:spcPts val="3107"/>
              </a:lnSpc>
              <a:buFont typeface="Wingdings" panose="05000000000000000000" pitchFamily="2" charset="2"/>
              <a:buChar char="Ø"/>
            </a:pPr>
            <a:r>
              <a:rPr lang="en-US" sz="2219" spc="93" dirty="0">
                <a:solidFill>
                  <a:srgbClr val="FFFFFF"/>
                </a:solidFill>
                <a:latin typeface="Telegraf"/>
                <a:ea typeface="Telegraf"/>
                <a:cs typeface="Telegraf"/>
                <a:sym typeface="Telegraf"/>
              </a:rPr>
              <a:t>Answers the user’s question based on retrieved articles.</a:t>
            </a:r>
            <a:endParaRPr lang="en-US" sz="2219" u="none" strike="noStrike" spc="93" dirty="0">
              <a:solidFill>
                <a:srgbClr val="FFFFFF"/>
              </a:solidFill>
              <a:latin typeface="Telegraf"/>
              <a:ea typeface="Telegraf"/>
              <a:cs typeface="Telegraf"/>
              <a:sym typeface="Telegraf"/>
            </a:endParaRPr>
          </a:p>
        </p:txBody>
      </p:sp>
      <p:sp>
        <p:nvSpPr>
          <p:cNvPr id="14" name="TextBox 14"/>
          <p:cNvSpPr txBox="1"/>
          <p:nvPr/>
        </p:nvSpPr>
        <p:spPr>
          <a:xfrm>
            <a:off x="2285454" y="5608361"/>
            <a:ext cx="8053372" cy="770788"/>
          </a:xfrm>
          <a:prstGeom prst="rect">
            <a:avLst/>
          </a:prstGeom>
        </p:spPr>
        <p:txBody>
          <a:bodyPr lIns="0" tIns="0" rIns="0" bIns="0" rtlCol="0" anchor="t">
            <a:spAutoFit/>
          </a:bodyPr>
          <a:lstStyle/>
          <a:p>
            <a:pPr marL="457200" lvl="0" indent="-457200" algn="l">
              <a:lnSpc>
                <a:spcPts val="3107"/>
              </a:lnSpc>
              <a:buFont typeface="+mj-lt"/>
              <a:buAutoNum type="arabicPeriod" startAt="2"/>
            </a:pPr>
            <a:r>
              <a:rPr lang="en-US" sz="2219" u="none" strike="noStrike" spc="93" dirty="0">
                <a:solidFill>
                  <a:srgbClr val="FFFFFF"/>
                </a:solidFill>
                <a:latin typeface="Telegraf"/>
                <a:ea typeface="Telegraf"/>
                <a:cs typeface="Telegraf"/>
                <a:sym typeface="Telegraf"/>
              </a:rPr>
              <a:t>Latest Developments</a:t>
            </a:r>
          </a:p>
          <a:p>
            <a:pPr marL="342900" lvl="0" indent="-342900" algn="l">
              <a:lnSpc>
                <a:spcPts val="3107"/>
              </a:lnSpc>
              <a:buFont typeface="Wingdings" panose="05000000000000000000" pitchFamily="2" charset="2"/>
              <a:buChar char="Ø"/>
            </a:pPr>
            <a:r>
              <a:rPr lang="en-US" sz="2219" spc="93" dirty="0">
                <a:solidFill>
                  <a:srgbClr val="FFFFFF"/>
                </a:solidFill>
                <a:latin typeface="Telegraf"/>
                <a:ea typeface="Telegraf"/>
                <a:cs typeface="Telegraf"/>
                <a:sym typeface="Telegraf"/>
              </a:rPr>
              <a:t>Summarizes recent developments.</a:t>
            </a:r>
            <a:endParaRPr lang="en-US" sz="2219" u="none" strike="noStrike" spc="93" dirty="0">
              <a:solidFill>
                <a:srgbClr val="FFFFFF"/>
              </a:solidFill>
              <a:latin typeface="Telegraf"/>
              <a:ea typeface="Telegraf"/>
              <a:cs typeface="Telegraf"/>
              <a:sym typeface="Telegraf"/>
            </a:endParaRPr>
          </a:p>
        </p:txBody>
      </p:sp>
      <p:sp>
        <p:nvSpPr>
          <p:cNvPr id="15" name="TextBox 15"/>
          <p:cNvSpPr txBox="1"/>
          <p:nvPr/>
        </p:nvSpPr>
        <p:spPr>
          <a:xfrm>
            <a:off x="2285454" y="7052176"/>
            <a:ext cx="8053372" cy="770788"/>
          </a:xfrm>
          <a:prstGeom prst="rect">
            <a:avLst/>
          </a:prstGeom>
        </p:spPr>
        <p:txBody>
          <a:bodyPr lIns="0" tIns="0" rIns="0" bIns="0" rtlCol="0" anchor="t">
            <a:spAutoFit/>
          </a:bodyPr>
          <a:lstStyle/>
          <a:p>
            <a:pPr marL="457200" lvl="0" indent="-457200" algn="l">
              <a:lnSpc>
                <a:spcPts val="3107"/>
              </a:lnSpc>
              <a:buFont typeface="+mj-lt"/>
              <a:buAutoNum type="arabicPeriod" startAt="3"/>
            </a:pPr>
            <a:r>
              <a:rPr lang="en-US" sz="2219" u="none" strike="noStrike" spc="93" dirty="0">
                <a:solidFill>
                  <a:srgbClr val="FFFFFF"/>
                </a:solidFill>
                <a:latin typeface="Telegraf"/>
                <a:ea typeface="Telegraf"/>
                <a:cs typeface="Telegraf"/>
                <a:sym typeface="Telegraf"/>
              </a:rPr>
              <a:t>Important Details</a:t>
            </a:r>
          </a:p>
          <a:p>
            <a:pPr marL="342900" lvl="0" indent="-342900" algn="l">
              <a:lnSpc>
                <a:spcPts val="3107"/>
              </a:lnSpc>
              <a:buFont typeface="Wingdings" panose="05000000000000000000" pitchFamily="2" charset="2"/>
              <a:buChar char="Ø"/>
            </a:pPr>
            <a:r>
              <a:rPr lang="en-US" sz="2219" spc="93" dirty="0">
                <a:solidFill>
                  <a:srgbClr val="FFFFFF"/>
                </a:solidFill>
                <a:latin typeface="Telegraf"/>
                <a:ea typeface="Telegraf"/>
                <a:cs typeface="Telegraf"/>
                <a:sym typeface="Telegraf"/>
              </a:rPr>
              <a:t>Highlights important facts, organizations and events.</a:t>
            </a:r>
            <a:endParaRPr lang="en-US" sz="2219" u="none" strike="noStrike" spc="93" dirty="0">
              <a:solidFill>
                <a:srgbClr val="FFFFFF"/>
              </a:solidFill>
              <a:latin typeface="Telegraf"/>
              <a:ea typeface="Telegraf"/>
              <a:cs typeface="Telegraf"/>
              <a:sym typeface="Telegraf"/>
            </a:endParaRPr>
          </a:p>
        </p:txBody>
      </p:sp>
      <p:grpSp>
        <p:nvGrpSpPr>
          <p:cNvPr id="16" name="Group 16"/>
          <p:cNvGrpSpPr/>
          <p:nvPr/>
        </p:nvGrpSpPr>
        <p:grpSpPr>
          <a:xfrm>
            <a:off x="11769489" y="0"/>
            <a:ext cx="6518511" cy="10287000"/>
            <a:chOff x="0" y="0"/>
            <a:chExt cx="2210335" cy="3488176"/>
          </a:xfrm>
        </p:grpSpPr>
        <p:sp>
          <p:nvSpPr>
            <p:cNvPr id="17" name="Freeform 17"/>
            <p:cNvSpPr/>
            <p:nvPr/>
          </p:nvSpPr>
          <p:spPr>
            <a:xfrm>
              <a:off x="0" y="0"/>
              <a:ext cx="2210335" cy="3488176"/>
            </a:xfrm>
            <a:custGeom>
              <a:avLst/>
              <a:gdLst/>
              <a:ahLst/>
              <a:cxnLst/>
              <a:rect l="l" t="t" r="r" b="b"/>
              <a:pathLst>
                <a:path w="2210335" h="3488176">
                  <a:moveTo>
                    <a:pt x="0" y="0"/>
                  </a:moveTo>
                  <a:lnTo>
                    <a:pt x="2210335" y="0"/>
                  </a:lnTo>
                  <a:lnTo>
                    <a:pt x="2210335" y="3488176"/>
                  </a:lnTo>
                  <a:lnTo>
                    <a:pt x="0" y="3488176"/>
                  </a:lnTo>
                  <a:close/>
                </a:path>
              </a:pathLst>
            </a:custGeom>
            <a:blipFill>
              <a:blip r:embed="rId3"/>
              <a:stretch>
                <a:fillRect l="-90771" r="-19644"/>
              </a:stretch>
            </a:blipFill>
            <a:ln cap="sq">
              <a:noFill/>
              <a:prstDash val="solid"/>
              <a:miter/>
            </a:ln>
          </p:spPr>
        </p:sp>
      </p:grpSp>
      <p:grpSp>
        <p:nvGrpSpPr>
          <p:cNvPr id="18" name="Group 9">
            <a:extLst>
              <a:ext uri="{FF2B5EF4-FFF2-40B4-BE49-F238E27FC236}">
                <a16:creationId xmlns:a16="http://schemas.microsoft.com/office/drawing/2014/main" id="{D215277D-F193-C607-2BEF-A269B620BA7C}"/>
              </a:ext>
            </a:extLst>
          </p:cNvPr>
          <p:cNvGrpSpPr/>
          <p:nvPr/>
        </p:nvGrpSpPr>
        <p:grpSpPr>
          <a:xfrm>
            <a:off x="1028700" y="8502619"/>
            <a:ext cx="1010106" cy="1186640"/>
            <a:chOff x="0" y="0"/>
            <a:chExt cx="205815" cy="241785"/>
          </a:xfrm>
        </p:grpSpPr>
        <p:sp>
          <p:nvSpPr>
            <p:cNvPr id="19" name="Freeform 10">
              <a:extLst>
                <a:ext uri="{FF2B5EF4-FFF2-40B4-BE49-F238E27FC236}">
                  <a16:creationId xmlns:a16="http://schemas.microsoft.com/office/drawing/2014/main" id="{0618230A-D344-53AA-3A2C-B3521DE856EE}"/>
                </a:ext>
              </a:extLst>
            </p:cNvPr>
            <p:cNvSpPr/>
            <p:nvPr/>
          </p:nvSpPr>
          <p:spPr>
            <a:xfrm>
              <a:off x="0" y="0"/>
              <a:ext cx="205815" cy="241785"/>
            </a:xfrm>
            <a:custGeom>
              <a:avLst/>
              <a:gdLst/>
              <a:ahLst/>
              <a:cxnLst/>
              <a:rect l="l" t="t" r="r" b="b"/>
              <a:pathLst>
                <a:path w="205815" h="241785">
                  <a:moveTo>
                    <a:pt x="0" y="0"/>
                  </a:moveTo>
                  <a:lnTo>
                    <a:pt x="205815" y="0"/>
                  </a:lnTo>
                  <a:lnTo>
                    <a:pt x="205815" y="241785"/>
                  </a:lnTo>
                  <a:lnTo>
                    <a:pt x="0" y="241785"/>
                  </a:lnTo>
                  <a:close/>
                </a:path>
              </a:pathLst>
            </a:custGeom>
            <a:gradFill rotWithShape="1">
              <a:gsLst>
                <a:gs pos="0">
                  <a:srgbClr val="10A5FF">
                    <a:alpha val="100000"/>
                  </a:srgbClr>
                </a:gs>
                <a:gs pos="100000">
                  <a:srgbClr val="041E4E">
                    <a:alpha val="100000"/>
                  </a:srgbClr>
                </a:gs>
              </a:gsLst>
              <a:lin ang="5400000"/>
            </a:gradFill>
            <a:ln cap="sq">
              <a:noFill/>
              <a:prstDash val="solid"/>
              <a:miter/>
            </a:ln>
          </p:spPr>
        </p:sp>
        <p:sp>
          <p:nvSpPr>
            <p:cNvPr id="20" name="TextBox 11">
              <a:extLst>
                <a:ext uri="{FF2B5EF4-FFF2-40B4-BE49-F238E27FC236}">
                  <a16:creationId xmlns:a16="http://schemas.microsoft.com/office/drawing/2014/main" id="{95E8706D-8C93-63DB-E78D-72A90A9C7BB9}"/>
                </a:ext>
              </a:extLst>
            </p:cNvPr>
            <p:cNvSpPr txBox="1"/>
            <p:nvPr/>
          </p:nvSpPr>
          <p:spPr>
            <a:xfrm>
              <a:off x="0" y="-57150"/>
              <a:ext cx="205815" cy="298935"/>
            </a:xfrm>
            <a:prstGeom prst="rect">
              <a:avLst/>
            </a:prstGeom>
          </p:spPr>
          <p:txBody>
            <a:bodyPr lIns="0" tIns="0" rIns="0" bIns="0" rtlCol="0" anchor="ctr"/>
            <a:lstStyle/>
            <a:p>
              <a:pPr marL="0" lvl="0" indent="0" algn="ctr">
                <a:lnSpc>
                  <a:spcPts val="2600"/>
                </a:lnSpc>
                <a:spcBef>
                  <a:spcPct val="0"/>
                </a:spcBef>
              </a:pPr>
              <a:r>
                <a:rPr lang="en-US" sz="2000" spc="84" dirty="0">
                  <a:solidFill>
                    <a:srgbClr val="FFFFFF"/>
                  </a:solidFill>
                  <a:latin typeface="Telegraf"/>
                  <a:ea typeface="Telegraf"/>
                  <a:cs typeface="Telegraf"/>
                  <a:sym typeface="Telegraf"/>
                </a:rPr>
                <a:t>04</a:t>
              </a:r>
            </a:p>
          </p:txBody>
        </p:sp>
      </p:grpSp>
      <p:sp>
        <p:nvSpPr>
          <p:cNvPr id="22" name="TextBox 15">
            <a:extLst>
              <a:ext uri="{FF2B5EF4-FFF2-40B4-BE49-F238E27FC236}">
                <a16:creationId xmlns:a16="http://schemas.microsoft.com/office/drawing/2014/main" id="{317F3CEE-CF4C-DC13-E09D-03ABC488713B}"/>
              </a:ext>
            </a:extLst>
          </p:cNvPr>
          <p:cNvSpPr txBox="1"/>
          <p:nvPr/>
        </p:nvSpPr>
        <p:spPr>
          <a:xfrm>
            <a:off x="2285454" y="8669588"/>
            <a:ext cx="8053372" cy="770788"/>
          </a:xfrm>
          <a:prstGeom prst="rect">
            <a:avLst/>
          </a:prstGeom>
        </p:spPr>
        <p:txBody>
          <a:bodyPr lIns="0" tIns="0" rIns="0" bIns="0" rtlCol="0" anchor="t">
            <a:spAutoFit/>
          </a:bodyPr>
          <a:lstStyle/>
          <a:p>
            <a:pPr marL="457200" lvl="0" indent="-457200" algn="l">
              <a:lnSpc>
                <a:spcPts val="3107"/>
              </a:lnSpc>
              <a:buFont typeface="+mj-lt"/>
              <a:buAutoNum type="arabicPeriod" startAt="4"/>
            </a:pPr>
            <a:r>
              <a:rPr lang="en-US" sz="2219" spc="93" dirty="0">
                <a:solidFill>
                  <a:srgbClr val="FFFFFF"/>
                </a:solidFill>
                <a:latin typeface="Telegraf"/>
                <a:ea typeface="Telegraf"/>
                <a:cs typeface="Telegraf"/>
                <a:sym typeface="Telegraf"/>
              </a:rPr>
              <a:t>Location/ Topic Context</a:t>
            </a:r>
            <a:endParaRPr lang="en-US" sz="2219" u="none" strike="noStrike" spc="93" dirty="0">
              <a:solidFill>
                <a:srgbClr val="FFFFFF"/>
              </a:solidFill>
              <a:latin typeface="Telegraf"/>
              <a:ea typeface="Telegraf"/>
              <a:cs typeface="Telegraf"/>
              <a:sym typeface="Telegraf"/>
            </a:endParaRPr>
          </a:p>
          <a:p>
            <a:pPr marL="342900" lvl="0" indent="-342900" algn="l">
              <a:lnSpc>
                <a:spcPts val="3107"/>
              </a:lnSpc>
              <a:buFont typeface="Wingdings" panose="05000000000000000000" pitchFamily="2" charset="2"/>
              <a:buChar char="Ø"/>
            </a:pPr>
            <a:r>
              <a:rPr lang="en-US" sz="2219" spc="93" dirty="0">
                <a:solidFill>
                  <a:srgbClr val="FFFFFF"/>
                </a:solidFill>
                <a:latin typeface="Telegraf"/>
                <a:ea typeface="Telegraf"/>
                <a:cs typeface="Telegraf"/>
                <a:sym typeface="Telegraf"/>
              </a:rPr>
              <a:t>Provides relevant context.</a:t>
            </a:r>
            <a:endParaRPr lang="en-US" sz="2219" u="none" strike="noStrike" spc="93" dirty="0">
              <a:solidFill>
                <a:srgbClr val="FFFFFF"/>
              </a:solidFill>
              <a:latin typeface="Telegraf"/>
              <a:ea typeface="Telegraf"/>
              <a:cs typeface="Telegraf"/>
              <a:sym typeface="Telegraf"/>
            </a:endParaRPr>
          </a:p>
        </p:txBody>
      </p:sp>
      <p:pic>
        <p:nvPicPr>
          <p:cNvPr id="24" name="Picture 23">
            <a:extLst>
              <a:ext uri="{FF2B5EF4-FFF2-40B4-BE49-F238E27FC236}">
                <a16:creationId xmlns:a16="http://schemas.microsoft.com/office/drawing/2014/main" id="{4930E10F-EABE-EB33-B7EF-2BC2B98ABDC4}"/>
              </a:ext>
            </a:extLst>
          </p:cNvPr>
          <p:cNvPicPr>
            <a:picLocks noChangeAspect="1"/>
          </p:cNvPicPr>
          <p:nvPr/>
        </p:nvPicPr>
        <p:blipFill>
          <a:blip r:embed="rId4"/>
          <a:stretch>
            <a:fillRect/>
          </a:stretch>
        </p:blipFill>
        <p:spPr>
          <a:xfrm>
            <a:off x="0" y="10659"/>
            <a:ext cx="2819400" cy="93181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C079D-8F66-969B-2DB5-3404A0D0F2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CF27B9E-F9FD-F5FB-0F59-92DB9583CF8D}"/>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18444"/>
            </a:stretch>
          </a:blipFill>
        </p:spPr>
      </p:sp>
      <p:grpSp>
        <p:nvGrpSpPr>
          <p:cNvPr id="3" name="Group 3">
            <a:extLst>
              <a:ext uri="{FF2B5EF4-FFF2-40B4-BE49-F238E27FC236}">
                <a16:creationId xmlns:a16="http://schemas.microsoft.com/office/drawing/2014/main" id="{B708E108-8B74-E674-9C72-ACECF9257805}"/>
              </a:ext>
            </a:extLst>
          </p:cNvPr>
          <p:cNvGrpSpPr/>
          <p:nvPr/>
        </p:nvGrpSpPr>
        <p:grpSpPr>
          <a:xfrm>
            <a:off x="1028700" y="4171173"/>
            <a:ext cx="1010106" cy="1186640"/>
            <a:chOff x="0" y="0"/>
            <a:chExt cx="205815" cy="241785"/>
          </a:xfrm>
        </p:grpSpPr>
        <p:sp>
          <p:nvSpPr>
            <p:cNvPr id="4" name="Freeform 4">
              <a:extLst>
                <a:ext uri="{FF2B5EF4-FFF2-40B4-BE49-F238E27FC236}">
                  <a16:creationId xmlns:a16="http://schemas.microsoft.com/office/drawing/2014/main" id="{19154B70-F710-9DB4-F6A0-007408C49D94}"/>
                </a:ext>
              </a:extLst>
            </p:cNvPr>
            <p:cNvSpPr/>
            <p:nvPr/>
          </p:nvSpPr>
          <p:spPr>
            <a:xfrm>
              <a:off x="0" y="0"/>
              <a:ext cx="205815" cy="241785"/>
            </a:xfrm>
            <a:custGeom>
              <a:avLst/>
              <a:gdLst/>
              <a:ahLst/>
              <a:cxnLst/>
              <a:rect l="l" t="t" r="r" b="b"/>
              <a:pathLst>
                <a:path w="205815" h="241785">
                  <a:moveTo>
                    <a:pt x="0" y="0"/>
                  </a:moveTo>
                  <a:lnTo>
                    <a:pt x="205815" y="0"/>
                  </a:lnTo>
                  <a:lnTo>
                    <a:pt x="205815" y="241785"/>
                  </a:lnTo>
                  <a:lnTo>
                    <a:pt x="0" y="241785"/>
                  </a:lnTo>
                  <a:close/>
                </a:path>
              </a:pathLst>
            </a:custGeom>
            <a:gradFill rotWithShape="1">
              <a:gsLst>
                <a:gs pos="0">
                  <a:srgbClr val="10A5FF">
                    <a:alpha val="100000"/>
                  </a:srgbClr>
                </a:gs>
                <a:gs pos="100000">
                  <a:srgbClr val="041E4E">
                    <a:alpha val="100000"/>
                  </a:srgbClr>
                </a:gs>
              </a:gsLst>
              <a:lin ang="5400000"/>
            </a:gradFill>
            <a:ln cap="sq">
              <a:noFill/>
              <a:prstDash val="solid"/>
              <a:miter/>
            </a:ln>
          </p:spPr>
        </p:sp>
        <p:sp>
          <p:nvSpPr>
            <p:cNvPr id="5" name="TextBox 5">
              <a:extLst>
                <a:ext uri="{FF2B5EF4-FFF2-40B4-BE49-F238E27FC236}">
                  <a16:creationId xmlns:a16="http://schemas.microsoft.com/office/drawing/2014/main" id="{F2A253C7-9017-2CBD-355C-7A6172B0E515}"/>
                </a:ext>
              </a:extLst>
            </p:cNvPr>
            <p:cNvSpPr txBox="1"/>
            <p:nvPr/>
          </p:nvSpPr>
          <p:spPr>
            <a:xfrm>
              <a:off x="0" y="-57150"/>
              <a:ext cx="205815" cy="298935"/>
            </a:xfrm>
            <a:prstGeom prst="rect">
              <a:avLst/>
            </a:prstGeom>
          </p:spPr>
          <p:txBody>
            <a:bodyPr lIns="0" tIns="0" rIns="0" bIns="0" rtlCol="0" anchor="ctr"/>
            <a:lstStyle/>
            <a:p>
              <a:pPr marL="0" lvl="0" indent="0" algn="ctr">
                <a:lnSpc>
                  <a:spcPts val="2600"/>
                </a:lnSpc>
                <a:spcBef>
                  <a:spcPct val="0"/>
                </a:spcBef>
              </a:pPr>
              <a:r>
                <a:rPr lang="en-US" sz="2000" spc="84" dirty="0">
                  <a:solidFill>
                    <a:srgbClr val="FFFFFF"/>
                  </a:solidFill>
                  <a:latin typeface="Telegraf"/>
                  <a:ea typeface="Telegraf"/>
                  <a:cs typeface="Telegraf"/>
                  <a:sym typeface="Telegraf"/>
                </a:rPr>
                <a:t>05</a:t>
              </a:r>
            </a:p>
          </p:txBody>
        </p:sp>
      </p:grpSp>
      <p:grpSp>
        <p:nvGrpSpPr>
          <p:cNvPr id="6" name="Group 6">
            <a:extLst>
              <a:ext uri="{FF2B5EF4-FFF2-40B4-BE49-F238E27FC236}">
                <a16:creationId xmlns:a16="http://schemas.microsoft.com/office/drawing/2014/main" id="{CBC89C9C-4788-CD5A-150F-20CDAECEEFE7}"/>
              </a:ext>
            </a:extLst>
          </p:cNvPr>
          <p:cNvGrpSpPr/>
          <p:nvPr/>
        </p:nvGrpSpPr>
        <p:grpSpPr>
          <a:xfrm>
            <a:off x="1028700" y="5614989"/>
            <a:ext cx="1010106" cy="1186640"/>
            <a:chOff x="0" y="0"/>
            <a:chExt cx="205815" cy="241785"/>
          </a:xfrm>
        </p:grpSpPr>
        <p:sp>
          <p:nvSpPr>
            <p:cNvPr id="7" name="Freeform 7">
              <a:extLst>
                <a:ext uri="{FF2B5EF4-FFF2-40B4-BE49-F238E27FC236}">
                  <a16:creationId xmlns:a16="http://schemas.microsoft.com/office/drawing/2014/main" id="{081A447A-B761-DDD7-56EE-EBD1FC6D096D}"/>
                </a:ext>
              </a:extLst>
            </p:cNvPr>
            <p:cNvSpPr/>
            <p:nvPr/>
          </p:nvSpPr>
          <p:spPr>
            <a:xfrm>
              <a:off x="0" y="0"/>
              <a:ext cx="205815" cy="241785"/>
            </a:xfrm>
            <a:custGeom>
              <a:avLst/>
              <a:gdLst/>
              <a:ahLst/>
              <a:cxnLst/>
              <a:rect l="l" t="t" r="r" b="b"/>
              <a:pathLst>
                <a:path w="205815" h="241785">
                  <a:moveTo>
                    <a:pt x="0" y="0"/>
                  </a:moveTo>
                  <a:lnTo>
                    <a:pt x="205815" y="0"/>
                  </a:lnTo>
                  <a:lnTo>
                    <a:pt x="205815" y="241785"/>
                  </a:lnTo>
                  <a:lnTo>
                    <a:pt x="0" y="241785"/>
                  </a:lnTo>
                  <a:close/>
                </a:path>
              </a:pathLst>
            </a:custGeom>
            <a:gradFill rotWithShape="1">
              <a:gsLst>
                <a:gs pos="0">
                  <a:srgbClr val="10A5FF">
                    <a:alpha val="100000"/>
                  </a:srgbClr>
                </a:gs>
                <a:gs pos="100000">
                  <a:srgbClr val="041E4E">
                    <a:alpha val="100000"/>
                  </a:srgbClr>
                </a:gs>
              </a:gsLst>
              <a:lin ang="5400000"/>
            </a:gradFill>
            <a:ln cap="sq">
              <a:noFill/>
              <a:prstDash val="solid"/>
              <a:miter/>
            </a:ln>
          </p:spPr>
        </p:sp>
        <p:sp>
          <p:nvSpPr>
            <p:cNvPr id="8" name="TextBox 8">
              <a:extLst>
                <a:ext uri="{FF2B5EF4-FFF2-40B4-BE49-F238E27FC236}">
                  <a16:creationId xmlns:a16="http://schemas.microsoft.com/office/drawing/2014/main" id="{2B531500-C2C2-CB4C-1636-18ECCD0E2DFE}"/>
                </a:ext>
              </a:extLst>
            </p:cNvPr>
            <p:cNvSpPr txBox="1"/>
            <p:nvPr/>
          </p:nvSpPr>
          <p:spPr>
            <a:xfrm>
              <a:off x="0" y="-57150"/>
              <a:ext cx="205815" cy="298935"/>
            </a:xfrm>
            <a:prstGeom prst="rect">
              <a:avLst/>
            </a:prstGeom>
          </p:spPr>
          <p:txBody>
            <a:bodyPr lIns="0" tIns="0" rIns="0" bIns="0" rtlCol="0" anchor="ctr"/>
            <a:lstStyle/>
            <a:p>
              <a:pPr marL="0" lvl="0" indent="0" algn="ctr">
                <a:lnSpc>
                  <a:spcPts val="2600"/>
                </a:lnSpc>
                <a:spcBef>
                  <a:spcPct val="0"/>
                </a:spcBef>
              </a:pPr>
              <a:r>
                <a:rPr lang="en-US" sz="2000" spc="84" dirty="0">
                  <a:solidFill>
                    <a:srgbClr val="FFFFFF"/>
                  </a:solidFill>
                  <a:latin typeface="Telegraf"/>
                  <a:ea typeface="Telegraf"/>
                  <a:cs typeface="Telegraf"/>
                  <a:sym typeface="Telegraf"/>
                </a:rPr>
                <a:t>06</a:t>
              </a:r>
            </a:p>
          </p:txBody>
        </p:sp>
      </p:grpSp>
      <p:grpSp>
        <p:nvGrpSpPr>
          <p:cNvPr id="9" name="Group 9">
            <a:extLst>
              <a:ext uri="{FF2B5EF4-FFF2-40B4-BE49-F238E27FC236}">
                <a16:creationId xmlns:a16="http://schemas.microsoft.com/office/drawing/2014/main" id="{DA68FA09-8421-5BB1-B196-5B27C1A644DF}"/>
              </a:ext>
            </a:extLst>
          </p:cNvPr>
          <p:cNvGrpSpPr/>
          <p:nvPr/>
        </p:nvGrpSpPr>
        <p:grpSpPr>
          <a:xfrm>
            <a:off x="1028700" y="7058804"/>
            <a:ext cx="1010106" cy="1186640"/>
            <a:chOff x="0" y="0"/>
            <a:chExt cx="205815" cy="241785"/>
          </a:xfrm>
        </p:grpSpPr>
        <p:sp>
          <p:nvSpPr>
            <p:cNvPr id="10" name="Freeform 10">
              <a:extLst>
                <a:ext uri="{FF2B5EF4-FFF2-40B4-BE49-F238E27FC236}">
                  <a16:creationId xmlns:a16="http://schemas.microsoft.com/office/drawing/2014/main" id="{13DBE552-19CF-F9B1-8F36-0DB2FBAF085E}"/>
                </a:ext>
              </a:extLst>
            </p:cNvPr>
            <p:cNvSpPr/>
            <p:nvPr/>
          </p:nvSpPr>
          <p:spPr>
            <a:xfrm>
              <a:off x="0" y="0"/>
              <a:ext cx="205815" cy="241785"/>
            </a:xfrm>
            <a:custGeom>
              <a:avLst/>
              <a:gdLst/>
              <a:ahLst/>
              <a:cxnLst/>
              <a:rect l="l" t="t" r="r" b="b"/>
              <a:pathLst>
                <a:path w="205815" h="241785">
                  <a:moveTo>
                    <a:pt x="0" y="0"/>
                  </a:moveTo>
                  <a:lnTo>
                    <a:pt x="205815" y="0"/>
                  </a:lnTo>
                  <a:lnTo>
                    <a:pt x="205815" y="241785"/>
                  </a:lnTo>
                  <a:lnTo>
                    <a:pt x="0" y="241785"/>
                  </a:lnTo>
                  <a:close/>
                </a:path>
              </a:pathLst>
            </a:custGeom>
            <a:gradFill rotWithShape="1">
              <a:gsLst>
                <a:gs pos="0">
                  <a:srgbClr val="10A5FF">
                    <a:alpha val="100000"/>
                  </a:srgbClr>
                </a:gs>
                <a:gs pos="100000">
                  <a:srgbClr val="041E4E">
                    <a:alpha val="100000"/>
                  </a:srgbClr>
                </a:gs>
              </a:gsLst>
              <a:lin ang="5400000"/>
            </a:gradFill>
            <a:ln cap="sq">
              <a:noFill/>
              <a:prstDash val="solid"/>
              <a:miter/>
            </a:ln>
          </p:spPr>
        </p:sp>
        <p:sp>
          <p:nvSpPr>
            <p:cNvPr id="11" name="TextBox 11">
              <a:extLst>
                <a:ext uri="{FF2B5EF4-FFF2-40B4-BE49-F238E27FC236}">
                  <a16:creationId xmlns:a16="http://schemas.microsoft.com/office/drawing/2014/main" id="{205326AE-8A5C-CF88-5AD1-FE284ABFFF95}"/>
                </a:ext>
              </a:extLst>
            </p:cNvPr>
            <p:cNvSpPr txBox="1"/>
            <p:nvPr/>
          </p:nvSpPr>
          <p:spPr>
            <a:xfrm>
              <a:off x="0" y="-57150"/>
              <a:ext cx="205815" cy="298935"/>
            </a:xfrm>
            <a:prstGeom prst="rect">
              <a:avLst/>
            </a:prstGeom>
          </p:spPr>
          <p:txBody>
            <a:bodyPr lIns="0" tIns="0" rIns="0" bIns="0" rtlCol="0" anchor="ctr"/>
            <a:lstStyle/>
            <a:p>
              <a:pPr marL="0" lvl="0" indent="0" algn="ctr">
                <a:lnSpc>
                  <a:spcPts val="2600"/>
                </a:lnSpc>
                <a:spcBef>
                  <a:spcPct val="0"/>
                </a:spcBef>
              </a:pPr>
              <a:r>
                <a:rPr lang="en-US" sz="2000" spc="84" dirty="0">
                  <a:solidFill>
                    <a:srgbClr val="FFFFFF"/>
                  </a:solidFill>
                  <a:latin typeface="Telegraf"/>
                  <a:ea typeface="Telegraf"/>
                  <a:cs typeface="Telegraf"/>
                  <a:sym typeface="Telegraf"/>
                </a:rPr>
                <a:t>07</a:t>
              </a:r>
            </a:p>
          </p:txBody>
        </p:sp>
      </p:grpSp>
      <p:sp>
        <p:nvSpPr>
          <p:cNvPr id="12" name="TextBox 12">
            <a:extLst>
              <a:ext uri="{FF2B5EF4-FFF2-40B4-BE49-F238E27FC236}">
                <a16:creationId xmlns:a16="http://schemas.microsoft.com/office/drawing/2014/main" id="{C8FA5BE7-018A-798E-8F14-88C2BE727FCF}"/>
              </a:ext>
            </a:extLst>
          </p:cNvPr>
          <p:cNvSpPr txBox="1"/>
          <p:nvPr/>
        </p:nvSpPr>
        <p:spPr>
          <a:xfrm>
            <a:off x="1028700" y="1693153"/>
            <a:ext cx="8074917" cy="1014380"/>
          </a:xfrm>
          <a:prstGeom prst="rect">
            <a:avLst/>
          </a:prstGeom>
        </p:spPr>
        <p:txBody>
          <a:bodyPr lIns="0" tIns="0" rIns="0" bIns="0" rtlCol="0" anchor="t">
            <a:spAutoFit/>
          </a:bodyPr>
          <a:lstStyle/>
          <a:p>
            <a:pPr algn="l">
              <a:lnSpc>
                <a:spcPts val="8296"/>
              </a:lnSpc>
            </a:pPr>
            <a:r>
              <a:rPr lang="en-US" sz="6381" dirty="0">
                <a:solidFill>
                  <a:srgbClr val="FFFFFF"/>
                </a:solidFill>
                <a:latin typeface="Telegraf"/>
                <a:ea typeface="Telegraf"/>
                <a:cs typeface="Telegraf"/>
                <a:sym typeface="Telegraf"/>
              </a:rPr>
              <a:t>AI Research Engine</a:t>
            </a:r>
          </a:p>
        </p:txBody>
      </p:sp>
      <p:sp>
        <p:nvSpPr>
          <p:cNvPr id="13" name="TextBox 13">
            <a:extLst>
              <a:ext uri="{FF2B5EF4-FFF2-40B4-BE49-F238E27FC236}">
                <a16:creationId xmlns:a16="http://schemas.microsoft.com/office/drawing/2014/main" id="{8F48D0EC-F58D-9E92-E971-71249740E026}"/>
              </a:ext>
            </a:extLst>
          </p:cNvPr>
          <p:cNvSpPr txBox="1"/>
          <p:nvPr/>
        </p:nvSpPr>
        <p:spPr>
          <a:xfrm>
            <a:off x="2285454" y="4164545"/>
            <a:ext cx="8053372" cy="770788"/>
          </a:xfrm>
          <a:prstGeom prst="rect">
            <a:avLst/>
          </a:prstGeom>
        </p:spPr>
        <p:txBody>
          <a:bodyPr lIns="0" tIns="0" rIns="0" bIns="0" rtlCol="0" anchor="t">
            <a:spAutoFit/>
          </a:bodyPr>
          <a:lstStyle/>
          <a:p>
            <a:pPr marL="457200" lvl="0" indent="-457200" algn="l">
              <a:lnSpc>
                <a:spcPts val="3107"/>
              </a:lnSpc>
              <a:buFont typeface="+mj-lt"/>
              <a:buAutoNum type="arabicPeriod" startAt="5"/>
            </a:pPr>
            <a:r>
              <a:rPr lang="en-US" sz="2219" u="none" strike="noStrike" spc="93" dirty="0">
                <a:solidFill>
                  <a:srgbClr val="FFFFFF"/>
                </a:solidFill>
                <a:latin typeface="Telegraf"/>
                <a:ea typeface="Telegraf"/>
                <a:cs typeface="Telegraf"/>
                <a:sym typeface="Telegraf"/>
              </a:rPr>
              <a:t>Different Reports or Views</a:t>
            </a:r>
          </a:p>
          <a:p>
            <a:pPr marL="342900" lvl="0" indent="-342900" algn="l">
              <a:lnSpc>
                <a:spcPts val="3107"/>
              </a:lnSpc>
              <a:buFont typeface="Wingdings" panose="05000000000000000000" pitchFamily="2" charset="2"/>
              <a:buChar char="Ø"/>
            </a:pPr>
            <a:r>
              <a:rPr lang="en-US" sz="2219" spc="93" dirty="0">
                <a:solidFill>
                  <a:srgbClr val="FFFFFF"/>
                </a:solidFill>
                <a:latin typeface="Telegraf"/>
                <a:ea typeface="Telegraf"/>
                <a:cs typeface="Telegraf"/>
                <a:sym typeface="Telegraf"/>
              </a:rPr>
              <a:t>Identifies differences between sources</a:t>
            </a:r>
            <a:endParaRPr lang="en-US" sz="2219" u="none" strike="noStrike" spc="93" dirty="0">
              <a:solidFill>
                <a:srgbClr val="FFFFFF"/>
              </a:solidFill>
              <a:latin typeface="Telegraf"/>
              <a:ea typeface="Telegraf"/>
              <a:cs typeface="Telegraf"/>
              <a:sym typeface="Telegraf"/>
            </a:endParaRPr>
          </a:p>
        </p:txBody>
      </p:sp>
      <p:sp>
        <p:nvSpPr>
          <p:cNvPr id="14" name="TextBox 14">
            <a:extLst>
              <a:ext uri="{FF2B5EF4-FFF2-40B4-BE49-F238E27FC236}">
                <a16:creationId xmlns:a16="http://schemas.microsoft.com/office/drawing/2014/main" id="{F97246AD-BE62-96EB-A1BB-E373F07D1477}"/>
              </a:ext>
            </a:extLst>
          </p:cNvPr>
          <p:cNvSpPr txBox="1"/>
          <p:nvPr/>
        </p:nvSpPr>
        <p:spPr>
          <a:xfrm>
            <a:off x="2285454" y="5608361"/>
            <a:ext cx="8053372" cy="770788"/>
          </a:xfrm>
          <a:prstGeom prst="rect">
            <a:avLst/>
          </a:prstGeom>
        </p:spPr>
        <p:txBody>
          <a:bodyPr lIns="0" tIns="0" rIns="0" bIns="0" rtlCol="0" anchor="t">
            <a:spAutoFit/>
          </a:bodyPr>
          <a:lstStyle/>
          <a:p>
            <a:pPr marL="457200" lvl="0" indent="-457200" algn="l">
              <a:lnSpc>
                <a:spcPts val="3107"/>
              </a:lnSpc>
              <a:buFont typeface="+mj-lt"/>
              <a:buAutoNum type="arabicPeriod" startAt="6"/>
            </a:pPr>
            <a:r>
              <a:rPr lang="en-US" sz="2219" u="none" strike="noStrike" spc="93" dirty="0">
                <a:solidFill>
                  <a:srgbClr val="FFFFFF"/>
                </a:solidFill>
                <a:latin typeface="Telegraf"/>
                <a:ea typeface="Telegraf"/>
                <a:cs typeface="Telegraf"/>
                <a:sym typeface="Telegraf"/>
              </a:rPr>
              <a:t>What Is Still Unclear</a:t>
            </a:r>
          </a:p>
          <a:p>
            <a:pPr marL="342900" lvl="0" indent="-342900" algn="l">
              <a:lnSpc>
                <a:spcPts val="3107"/>
              </a:lnSpc>
              <a:buFont typeface="Wingdings" panose="05000000000000000000" pitchFamily="2" charset="2"/>
              <a:buChar char="Ø"/>
            </a:pPr>
            <a:r>
              <a:rPr lang="en-US" sz="2219" spc="93" dirty="0">
                <a:solidFill>
                  <a:srgbClr val="FFFFFF"/>
                </a:solidFill>
                <a:latin typeface="Telegraf"/>
                <a:ea typeface="Telegraf"/>
                <a:cs typeface="Telegraf"/>
                <a:sym typeface="Telegraf"/>
              </a:rPr>
              <a:t>Identifies missing or unconfirmed information.</a:t>
            </a:r>
            <a:endParaRPr lang="en-US" sz="2219" u="none" strike="noStrike" spc="93" dirty="0">
              <a:solidFill>
                <a:srgbClr val="FFFFFF"/>
              </a:solidFill>
              <a:latin typeface="Telegraf"/>
              <a:ea typeface="Telegraf"/>
              <a:cs typeface="Telegraf"/>
              <a:sym typeface="Telegraf"/>
            </a:endParaRPr>
          </a:p>
        </p:txBody>
      </p:sp>
      <p:sp>
        <p:nvSpPr>
          <p:cNvPr id="15" name="TextBox 15">
            <a:extLst>
              <a:ext uri="{FF2B5EF4-FFF2-40B4-BE49-F238E27FC236}">
                <a16:creationId xmlns:a16="http://schemas.microsoft.com/office/drawing/2014/main" id="{6A1A8429-F4C3-F307-BDD4-7C292CC12305}"/>
              </a:ext>
            </a:extLst>
          </p:cNvPr>
          <p:cNvSpPr txBox="1"/>
          <p:nvPr/>
        </p:nvSpPr>
        <p:spPr>
          <a:xfrm>
            <a:off x="2285454" y="7052176"/>
            <a:ext cx="8053372" cy="770788"/>
          </a:xfrm>
          <a:prstGeom prst="rect">
            <a:avLst/>
          </a:prstGeom>
        </p:spPr>
        <p:txBody>
          <a:bodyPr lIns="0" tIns="0" rIns="0" bIns="0" rtlCol="0" anchor="t">
            <a:spAutoFit/>
          </a:bodyPr>
          <a:lstStyle/>
          <a:p>
            <a:pPr marL="457200" lvl="0" indent="-457200" algn="l">
              <a:lnSpc>
                <a:spcPts val="3107"/>
              </a:lnSpc>
              <a:buFont typeface="+mj-lt"/>
              <a:buAutoNum type="arabicPeriod" startAt="7"/>
            </a:pPr>
            <a:r>
              <a:rPr lang="en-US" sz="2219" spc="93" dirty="0">
                <a:solidFill>
                  <a:srgbClr val="FFFFFF"/>
                </a:solidFill>
                <a:latin typeface="Telegraf"/>
                <a:ea typeface="Telegraf"/>
                <a:cs typeface="Telegraf"/>
                <a:sym typeface="Telegraf"/>
              </a:rPr>
              <a:t>Sources</a:t>
            </a:r>
            <a:endParaRPr lang="en-US" sz="2219" u="none" strike="noStrike" spc="93" dirty="0">
              <a:solidFill>
                <a:srgbClr val="FFFFFF"/>
              </a:solidFill>
              <a:latin typeface="Telegraf"/>
              <a:ea typeface="Telegraf"/>
              <a:cs typeface="Telegraf"/>
              <a:sym typeface="Telegraf"/>
            </a:endParaRPr>
          </a:p>
          <a:p>
            <a:pPr marL="342900" lvl="0" indent="-342900" algn="l">
              <a:lnSpc>
                <a:spcPts val="3107"/>
              </a:lnSpc>
              <a:buFont typeface="Wingdings" panose="05000000000000000000" pitchFamily="2" charset="2"/>
              <a:buChar char="Ø"/>
            </a:pPr>
            <a:r>
              <a:rPr lang="en-US" sz="2219" spc="93" dirty="0">
                <a:solidFill>
                  <a:srgbClr val="FFFFFF"/>
                </a:solidFill>
                <a:latin typeface="Telegraf"/>
                <a:ea typeface="Telegraf"/>
                <a:cs typeface="Telegraf"/>
                <a:sym typeface="Telegraf"/>
              </a:rPr>
              <a:t>List the source articles.</a:t>
            </a:r>
            <a:endParaRPr lang="en-US" sz="2219" u="none" strike="noStrike" spc="93" dirty="0">
              <a:solidFill>
                <a:srgbClr val="FFFFFF"/>
              </a:solidFill>
              <a:latin typeface="Telegraf"/>
              <a:ea typeface="Telegraf"/>
              <a:cs typeface="Telegraf"/>
              <a:sym typeface="Telegraf"/>
            </a:endParaRPr>
          </a:p>
        </p:txBody>
      </p:sp>
      <p:grpSp>
        <p:nvGrpSpPr>
          <p:cNvPr id="16" name="Group 16">
            <a:extLst>
              <a:ext uri="{FF2B5EF4-FFF2-40B4-BE49-F238E27FC236}">
                <a16:creationId xmlns:a16="http://schemas.microsoft.com/office/drawing/2014/main" id="{6CB647AC-AC27-B693-0FA1-5A6DB7C9D458}"/>
              </a:ext>
            </a:extLst>
          </p:cNvPr>
          <p:cNvGrpSpPr/>
          <p:nvPr/>
        </p:nvGrpSpPr>
        <p:grpSpPr>
          <a:xfrm>
            <a:off x="11769489" y="0"/>
            <a:ext cx="6518511" cy="10287000"/>
            <a:chOff x="0" y="0"/>
            <a:chExt cx="2210335" cy="3488176"/>
          </a:xfrm>
        </p:grpSpPr>
        <p:sp>
          <p:nvSpPr>
            <p:cNvPr id="17" name="Freeform 17">
              <a:extLst>
                <a:ext uri="{FF2B5EF4-FFF2-40B4-BE49-F238E27FC236}">
                  <a16:creationId xmlns:a16="http://schemas.microsoft.com/office/drawing/2014/main" id="{6E6E3A72-2633-6AD2-3FE6-A4151C3F617A}"/>
                </a:ext>
              </a:extLst>
            </p:cNvPr>
            <p:cNvSpPr/>
            <p:nvPr/>
          </p:nvSpPr>
          <p:spPr>
            <a:xfrm>
              <a:off x="0" y="0"/>
              <a:ext cx="2210335" cy="3488176"/>
            </a:xfrm>
            <a:custGeom>
              <a:avLst/>
              <a:gdLst/>
              <a:ahLst/>
              <a:cxnLst/>
              <a:rect l="l" t="t" r="r" b="b"/>
              <a:pathLst>
                <a:path w="2210335" h="3488176">
                  <a:moveTo>
                    <a:pt x="0" y="0"/>
                  </a:moveTo>
                  <a:lnTo>
                    <a:pt x="2210335" y="0"/>
                  </a:lnTo>
                  <a:lnTo>
                    <a:pt x="2210335" y="3488176"/>
                  </a:lnTo>
                  <a:lnTo>
                    <a:pt x="0" y="3488176"/>
                  </a:lnTo>
                  <a:close/>
                </a:path>
              </a:pathLst>
            </a:custGeom>
            <a:blipFill>
              <a:blip r:embed="rId3"/>
              <a:stretch>
                <a:fillRect l="-90771" r="-19644"/>
              </a:stretch>
            </a:blipFill>
            <a:ln cap="sq">
              <a:noFill/>
              <a:prstDash val="solid"/>
              <a:miter/>
            </a:ln>
          </p:spPr>
        </p:sp>
      </p:grpSp>
      <p:sp>
        <p:nvSpPr>
          <p:cNvPr id="22" name="TextBox 15">
            <a:extLst>
              <a:ext uri="{FF2B5EF4-FFF2-40B4-BE49-F238E27FC236}">
                <a16:creationId xmlns:a16="http://schemas.microsoft.com/office/drawing/2014/main" id="{34B5D2DC-6A61-4CC9-F955-4568A405E096}"/>
              </a:ext>
            </a:extLst>
          </p:cNvPr>
          <p:cNvSpPr txBox="1"/>
          <p:nvPr/>
        </p:nvSpPr>
        <p:spPr>
          <a:xfrm>
            <a:off x="1028700" y="8669588"/>
            <a:ext cx="9310126" cy="1107996"/>
          </a:xfrm>
          <a:prstGeom prst="rect">
            <a:avLst/>
          </a:prstGeom>
        </p:spPr>
        <p:txBody>
          <a:bodyPr wrap="square" lIns="0" tIns="0" rIns="0" bIns="0" rtlCol="0" anchor="t">
            <a:spAutoFit/>
          </a:bodyPr>
          <a:lstStyle/>
          <a:p>
            <a:pPr marL="342900" lvl="0" indent="-342900">
              <a:buFont typeface="Arial" panose="020B0604020202020204" pitchFamily="34" charset="0"/>
              <a:buChar char="•"/>
            </a:pPr>
            <a:r>
              <a:rPr lang="en-IN" sz="2400" dirty="0">
                <a:solidFill>
                  <a:schemeClr val="bg1"/>
                </a:solidFill>
                <a:latin typeface="Telegraf" panose="020B0604020202020204" charset="0"/>
              </a:rPr>
              <a:t>“The LLM doesn't simply summarize one article. It receives the user's question, the interpreted topic and location, and the retrieved articles, then creates a structured research report.”</a:t>
            </a:r>
            <a:endParaRPr lang="en-US" sz="2219" u="none" strike="noStrike" spc="93" dirty="0">
              <a:solidFill>
                <a:schemeClr val="bg1"/>
              </a:solidFill>
              <a:latin typeface="Telegraf" panose="020B0604020202020204" charset="0"/>
              <a:ea typeface="Telegraf"/>
              <a:cs typeface="Telegraf"/>
              <a:sym typeface="Telegraf"/>
            </a:endParaRPr>
          </a:p>
        </p:txBody>
      </p:sp>
      <p:pic>
        <p:nvPicPr>
          <p:cNvPr id="23" name="Picture 22">
            <a:extLst>
              <a:ext uri="{FF2B5EF4-FFF2-40B4-BE49-F238E27FC236}">
                <a16:creationId xmlns:a16="http://schemas.microsoft.com/office/drawing/2014/main" id="{7D43A5F3-7B53-E47F-2216-1C5787C93712}"/>
              </a:ext>
            </a:extLst>
          </p:cNvPr>
          <p:cNvPicPr>
            <a:picLocks noChangeAspect="1"/>
          </p:cNvPicPr>
          <p:nvPr/>
        </p:nvPicPr>
        <p:blipFill>
          <a:blip r:embed="rId4"/>
          <a:stretch>
            <a:fillRect/>
          </a:stretch>
        </p:blipFill>
        <p:spPr>
          <a:xfrm>
            <a:off x="0" y="10659"/>
            <a:ext cx="2819400" cy="931819"/>
          </a:xfrm>
          <a:prstGeom prst="rect">
            <a:avLst/>
          </a:prstGeom>
        </p:spPr>
      </p:pic>
    </p:spTree>
    <p:extLst>
      <p:ext uri="{BB962C8B-B14F-4D97-AF65-F5344CB8AC3E}">
        <p14:creationId xmlns:p14="http://schemas.microsoft.com/office/powerpoint/2010/main" val="2898909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9222" b="-9222"/>
            </a:stretch>
          </a:blipFill>
        </p:spPr>
      </p:sp>
      <p:sp>
        <p:nvSpPr>
          <p:cNvPr id="6" name="TextBox 6"/>
          <p:cNvSpPr txBox="1"/>
          <p:nvPr/>
        </p:nvSpPr>
        <p:spPr>
          <a:xfrm>
            <a:off x="1028700" y="4644062"/>
            <a:ext cx="7354667" cy="4769062"/>
          </a:xfrm>
          <a:prstGeom prst="rect">
            <a:avLst/>
          </a:prstGeom>
        </p:spPr>
        <p:txBody>
          <a:bodyPr lIns="0" tIns="0" rIns="0" bIns="0" rtlCol="0" anchor="t">
            <a:spAutoFit/>
          </a:bodyPr>
          <a:lstStyle/>
          <a:p>
            <a:pPr lvl="0">
              <a:lnSpc>
                <a:spcPts val="3387"/>
              </a:lnSpc>
            </a:pPr>
            <a:r>
              <a:rPr lang="en-US" sz="2419" spc="101" dirty="0">
                <a:solidFill>
                  <a:srgbClr val="FFFFFF"/>
                </a:solidFill>
                <a:latin typeface="Telegraf"/>
                <a:ea typeface="Telegraf"/>
                <a:cs typeface="Telegraf"/>
                <a:sym typeface="Telegraf"/>
              </a:rPr>
              <a:t>User Query / Retrieved Articles</a:t>
            </a:r>
          </a:p>
          <a:p>
            <a:pPr lvl="0">
              <a:lnSpc>
                <a:spcPts val="3387"/>
              </a:lnSpc>
            </a:pPr>
            <a:r>
              <a:rPr lang="en-US" sz="2419" spc="101" dirty="0">
                <a:solidFill>
                  <a:srgbClr val="FFFFFF"/>
                </a:solidFill>
                <a:latin typeface="Telegraf"/>
                <a:ea typeface="Telegraf"/>
                <a:cs typeface="Telegraf"/>
                <a:sym typeface="Telegraf"/>
              </a:rPr>
              <a:t>              ↓</a:t>
            </a:r>
          </a:p>
          <a:p>
            <a:pPr lvl="0">
              <a:lnSpc>
                <a:spcPts val="3387"/>
              </a:lnSpc>
            </a:pPr>
            <a:r>
              <a:rPr lang="en-US" sz="2419" spc="101" dirty="0">
                <a:solidFill>
                  <a:srgbClr val="FFFFFF"/>
                </a:solidFill>
                <a:latin typeface="Telegraf"/>
                <a:ea typeface="Telegraf"/>
                <a:cs typeface="Telegraf"/>
                <a:sym typeface="Telegraf"/>
              </a:rPr>
              <a:t>       </a:t>
            </a:r>
            <a:r>
              <a:rPr lang="en-US" sz="2419" spc="101" dirty="0" err="1">
                <a:solidFill>
                  <a:srgbClr val="FFFFFF"/>
                </a:solidFill>
                <a:latin typeface="Telegraf"/>
                <a:ea typeface="Telegraf"/>
                <a:cs typeface="Telegraf"/>
                <a:sym typeface="Telegraf"/>
              </a:rPr>
              <a:t>PromptTemplate</a:t>
            </a:r>
            <a:endParaRPr lang="en-US" sz="2419" spc="101" dirty="0">
              <a:solidFill>
                <a:srgbClr val="FFFFFF"/>
              </a:solidFill>
              <a:latin typeface="Telegraf"/>
              <a:ea typeface="Telegraf"/>
              <a:cs typeface="Telegraf"/>
              <a:sym typeface="Telegraf"/>
            </a:endParaRPr>
          </a:p>
          <a:p>
            <a:pPr lvl="0">
              <a:lnSpc>
                <a:spcPts val="3387"/>
              </a:lnSpc>
            </a:pPr>
            <a:r>
              <a:rPr lang="en-US" sz="2419" spc="101" dirty="0">
                <a:solidFill>
                  <a:srgbClr val="FFFFFF"/>
                </a:solidFill>
                <a:latin typeface="Telegraf"/>
                <a:ea typeface="Telegraf"/>
                <a:cs typeface="Telegraf"/>
                <a:sym typeface="Telegraf"/>
              </a:rPr>
              <a:t>              ↓</a:t>
            </a:r>
          </a:p>
          <a:p>
            <a:pPr lvl="0">
              <a:lnSpc>
                <a:spcPts val="3387"/>
              </a:lnSpc>
            </a:pPr>
            <a:r>
              <a:rPr lang="en-US" sz="2419" spc="101" dirty="0">
                <a:solidFill>
                  <a:srgbClr val="FFFFFF"/>
                </a:solidFill>
                <a:latin typeface="Telegraf"/>
                <a:ea typeface="Telegraf"/>
                <a:cs typeface="Telegraf"/>
                <a:sym typeface="Telegraf"/>
              </a:rPr>
              <a:t>        </a:t>
            </a:r>
            <a:r>
              <a:rPr lang="en-US" sz="2419" spc="101" dirty="0" err="1">
                <a:solidFill>
                  <a:srgbClr val="FFFFFF"/>
                </a:solidFill>
                <a:latin typeface="Telegraf"/>
                <a:ea typeface="Telegraf"/>
                <a:cs typeface="Telegraf"/>
                <a:sym typeface="Telegraf"/>
              </a:rPr>
              <a:t>LangChain</a:t>
            </a:r>
            <a:r>
              <a:rPr lang="en-US" sz="2419" spc="101" dirty="0">
                <a:solidFill>
                  <a:srgbClr val="FFFFFF"/>
                </a:solidFill>
                <a:latin typeface="Telegraf"/>
                <a:ea typeface="Telegraf"/>
                <a:cs typeface="Telegraf"/>
                <a:sym typeface="Telegraf"/>
              </a:rPr>
              <a:t> Chain</a:t>
            </a:r>
          </a:p>
          <a:p>
            <a:pPr lvl="0">
              <a:lnSpc>
                <a:spcPts val="3387"/>
              </a:lnSpc>
            </a:pPr>
            <a:r>
              <a:rPr lang="en-US" sz="2419" spc="101" dirty="0">
                <a:solidFill>
                  <a:srgbClr val="FFFFFF"/>
                </a:solidFill>
                <a:latin typeface="Telegraf"/>
                <a:ea typeface="Telegraf"/>
                <a:cs typeface="Telegraf"/>
                <a:sym typeface="Telegraf"/>
              </a:rPr>
              <a:t>              ↓</a:t>
            </a:r>
          </a:p>
          <a:p>
            <a:pPr lvl="0">
              <a:lnSpc>
                <a:spcPts val="3387"/>
              </a:lnSpc>
            </a:pPr>
            <a:r>
              <a:rPr lang="en-US" sz="2419" spc="101" dirty="0">
                <a:solidFill>
                  <a:srgbClr val="FFFFFF"/>
                </a:solidFill>
                <a:latin typeface="Telegraf"/>
                <a:ea typeface="Telegraf"/>
                <a:cs typeface="Telegraf"/>
                <a:sym typeface="Telegraf"/>
              </a:rPr>
              <a:t>          </a:t>
            </a:r>
            <a:r>
              <a:rPr lang="en-US" sz="2419" spc="101" dirty="0" err="1">
                <a:solidFill>
                  <a:srgbClr val="FFFFFF"/>
                </a:solidFill>
                <a:latin typeface="Telegraf"/>
                <a:ea typeface="Telegraf"/>
                <a:cs typeface="Telegraf"/>
                <a:sym typeface="Telegraf"/>
              </a:rPr>
              <a:t>ChatGroq</a:t>
            </a:r>
            <a:endParaRPr lang="en-US" sz="2419" spc="101" dirty="0">
              <a:solidFill>
                <a:srgbClr val="FFFFFF"/>
              </a:solidFill>
              <a:latin typeface="Telegraf"/>
              <a:ea typeface="Telegraf"/>
              <a:cs typeface="Telegraf"/>
              <a:sym typeface="Telegraf"/>
            </a:endParaRPr>
          </a:p>
          <a:p>
            <a:pPr lvl="0">
              <a:lnSpc>
                <a:spcPts val="3387"/>
              </a:lnSpc>
            </a:pPr>
            <a:r>
              <a:rPr lang="en-US" sz="2419" spc="101" dirty="0">
                <a:solidFill>
                  <a:srgbClr val="FFFFFF"/>
                </a:solidFill>
                <a:latin typeface="Telegraf"/>
                <a:ea typeface="Telegraf"/>
                <a:cs typeface="Telegraf"/>
                <a:sym typeface="Telegraf"/>
              </a:rPr>
              <a:t>              ↓</a:t>
            </a:r>
          </a:p>
          <a:p>
            <a:pPr lvl="0">
              <a:lnSpc>
                <a:spcPts val="3387"/>
              </a:lnSpc>
            </a:pPr>
            <a:r>
              <a:rPr lang="en-US" sz="2419" spc="101" dirty="0">
                <a:solidFill>
                  <a:srgbClr val="FFFFFF"/>
                </a:solidFill>
                <a:latin typeface="Telegraf"/>
                <a:ea typeface="Telegraf"/>
                <a:cs typeface="Telegraf"/>
                <a:sym typeface="Telegraf"/>
              </a:rPr>
              <a:t>    </a:t>
            </a:r>
            <a:r>
              <a:rPr lang="en-US" sz="2419" spc="101" dirty="0" err="1">
                <a:solidFill>
                  <a:srgbClr val="FFFFFF"/>
                </a:solidFill>
                <a:latin typeface="Telegraf"/>
                <a:ea typeface="Telegraf"/>
                <a:cs typeface="Telegraf"/>
                <a:sym typeface="Telegraf"/>
              </a:rPr>
              <a:t>Groq</a:t>
            </a:r>
            <a:r>
              <a:rPr lang="en-US" sz="2419" spc="101" dirty="0">
                <a:solidFill>
                  <a:srgbClr val="FFFFFF"/>
                </a:solidFill>
                <a:latin typeface="Telegraf"/>
                <a:ea typeface="Telegraf"/>
                <a:cs typeface="Telegraf"/>
                <a:sym typeface="Telegraf"/>
              </a:rPr>
              <a:t> LLM: gpt-oss-120b</a:t>
            </a:r>
          </a:p>
          <a:p>
            <a:pPr lvl="0">
              <a:lnSpc>
                <a:spcPts val="3387"/>
              </a:lnSpc>
            </a:pPr>
            <a:r>
              <a:rPr lang="en-US" sz="2419" spc="101" dirty="0">
                <a:solidFill>
                  <a:srgbClr val="FFFFFF"/>
                </a:solidFill>
                <a:latin typeface="Telegraf"/>
                <a:ea typeface="Telegraf"/>
                <a:cs typeface="Telegraf"/>
                <a:sym typeface="Telegraf"/>
              </a:rPr>
              <a:t>              ↓</a:t>
            </a:r>
          </a:p>
          <a:p>
            <a:pPr lvl="0">
              <a:lnSpc>
                <a:spcPts val="3387"/>
              </a:lnSpc>
            </a:pPr>
            <a:r>
              <a:rPr lang="en-US" sz="2419" spc="101" dirty="0">
                <a:solidFill>
                  <a:srgbClr val="FFFFFF"/>
                </a:solidFill>
                <a:latin typeface="Telegraf"/>
                <a:ea typeface="Telegraf"/>
                <a:cs typeface="Telegraf"/>
                <a:sym typeface="Telegraf"/>
              </a:rPr>
              <a:t>    Structured AI Output</a:t>
            </a:r>
            <a:endParaRPr lang="en-US" sz="2419" u="none" strike="noStrike" spc="101" dirty="0">
              <a:solidFill>
                <a:srgbClr val="FFFFFF"/>
              </a:solidFill>
              <a:latin typeface="Telegraf"/>
              <a:ea typeface="Telegraf"/>
              <a:cs typeface="Telegraf"/>
              <a:sym typeface="Telegraf"/>
            </a:endParaRPr>
          </a:p>
        </p:txBody>
      </p:sp>
      <p:grpSp>
        <p:nvGrpSpPr>
          <p:cNvPr id="7" name="Group 7"/>
          <p:cNvGrpSpPr/>
          <p:nvPr/>
        </p:nvGrpSpPr>
        <p:grpSpPr>
          <a:xfrm>
            <a:off x="9309711" y="1028700"/>
            <a:ext cx="8499426" cy="6947584"/>
            <a:chOff x="0" y="0"/>
            <a:chExt cx="2882035" cy="2355827"/>
          </a:xfrm>
        </p:grpSpPr>
        <p:sp>
          <p:nvSpPr>
            <p:cNvPr id="8" name="Freeform 8"/>
            <p:cNvSpPr/>
            <p:nvPr/>
          </p:nvSpPr>
          <p:spPr>
            <a:xfrm>
              <a:off x="0" y="0"/>
              <a:ext cx="2882035" cy="2355827"/>
            </a:xfrm>
            <a:custGeom>
              <a:avLst/>
              <a:gdLst/>
              <a:ahLst/>
              <a:cxnLst/>
              <a:rect l="l" t="t" r="r" b="b"/>
              <a:pathLst>
                <a:path w="2882035" h="2355827">
                  <a:moveTo>
                    <a:pt x="12752" y="0"/>
                  </a:moveTo>
                  <a:lnTo>
                    <a:pt x="2869283" y="0"/>
                  </a:lnTo>
                  <a:cubicBezTo>
                    <a:pt x="2876326" y="0"/>
                    <a:pt x="2882035" y="5709"/>
                    <a:pt x="2882035" y="12752"/>
                  </a:cubicBezTo>
                  <a:lnTo>
                    <a:pt x="2882035" y="2343075"/>
                  </a:lnTo>
                  <a:cubicBezTo>
                    <a:pt x="2882035" y="2350118"/>
                    <a:pt x="2876326" y="2355827"/>
                    <a:pt x="2869283" y="2355827"/>
                  </a:cubicBezTo>
                  <a:lnTo>
                    <a:pt x="12752" y="2355827"/>
                  </a:lnTo>
                  <a:cubicBezTo>
                    <a:pt x="5709" y="2355827"/>
                    <a:pt x="0" y="2350118"/>
                    <a:pt x="0" y="2343075"/>
                  </a:cubicBezTo>
                  <a:lnTo>
                    <a:pt x="0" y="12752"/>
                  </a:lnTo>
                  <a:cubicBezTo>
                    <a:pt x="0" y="5709"/>
                    <a:pt x="5709" y="0"/>
                    <a:pt x="12752" y="0"/>
                  </a:cubicBezTo>
                  <a:close/>
                </a:path>
              </a:pathLst>
            </a:custGeom>
            <a:blipFill>
              <a:blip r:embed="rId3"/>
              <a:stretch>
                <a:fillRect l="-9665" r="-9665"/>
              </a:stretch>
            </a:blipFill>
            <a:ln cap="sq">
              <a:noFill/>
              <a:prstDash val="solid"/>
              <a:miter/>
            </a:ln>
          </p:spPr>
        </p:sp>
      </p:grpSp>
      <p:grpSp>
        <p:nvGrpSpPr>
          <p:cNvPr id="9" name="Group 9"/>
          <p:cNvGrpSpPr/>
          <p:nvPr/>
        </p:nvGrpSpPr>
        <p:grpSpPr>
          <a:xfrm>
            <a:off x="9719481" y="7147970"/>
            <a:ext cx="6727507" cy="3024729"/>
            <a:chOff x="0" y="0"/>
            <a:chExt cx="1637439" cy="520368"/>
          </a:xfrm>
        </p:grpSpPr>
        <p:sp>
          <p:nvSpPr>
            <p:cNvPr id="10" name="Freeform 10"/>
            <p:cNvSpPr/>
            <p:nvPr/>
          </p:nvSpPr>
          <p:spPr>
            <a:xfrm>
              <a:off x="0" y="0"/>
              <a:ext cx="1637439" cy="520368"/>
            </a:xfrm>
            <a:custGeom>
              <a:avLst/>
              <a:gdLst/>
              <a:ahLst/>
              <a:cxnLst/>
              <a:rect l="l" t="t" r="r" b="b"/>
              <a:pathLst>
                <a:path w="1637439" h="520368">
                  <a:moveTo>
                    <a:pt x="16111" y="0"/>
                  </a:moveTo>
                  <a:lnTo>
                    <a:pt x="1621328" y="0"/>
                  </a:lnTo>
                  <a:cubicBezTo>
                    <a:pt x="1630226" y="0"/>
                    <a:pt x="1637439" y="7213"/>
                    <a:pt x="1637439" y="16111"/>
                  </a:cubicBezTo>
                  <a:lnTo>
                    <a:pt x="1637439" y="504257"/>
                  </a:lnTo>
                  <a:cubicBezTo>
                    <a:pt x="1637439" y="513155"/>
                    <a:pt x="1630226" y="520368"/>
                    <a:pt x="1621328" y="520368"/>
                  </a:cubicBezTo>
                  <a:lnTo>
                    <a:pt x="16111" y="520368"/>
                  </a:lnTo>
                  <a:cubicBezTo>
                    <a:pt x="7213" y="520368"/>
                    <a:pt x="0" y="513155"/>
                    <a:pt x="0" y="504257"/>
                  </a:cubicBezTo>
                  <a:lnTo>
                    <a:pt x="0" y="16111"/>
                  </a:lnTo>
                  <a:cubicBezTo>
                    <a:pt x="0" y="7213"/>
                    <a:pt x="7213" y="0"/>
                    <a:pt x="16111" y="0"/>
                  </a:cubicBezTo>
                  <a:close/>
                </a:path>
              </a:pathLst>
            </a:custGeom>
            <a:gradFill rotWithShape="1">
              <a:gsLst>
                <a:gs pos="0">
                  <a:srgbClr val="03295A">
                    <a:alpha val="62000"/>
                  </a:srgbClr>
                </a:gs>
                <a:gs pos="100000">
                  <a:srgbClr val="041468">
                    <a:alpha val="74500"/>
                  </a:srgbClr>
                </a:gs>
              </a:gsLst>
              <a:lin ang="0"/>
            </a:gradFill>
            <a:ln w="38100" cap="sq">
              <a:gradFill>
                <a:gsLst>
                  <a:gs pos="0">
                    <a:srgbClr val="10A5FF">
                      <a:alpha val="100000"/>
                    </a:srgbClr>
                  </a:gs>
                  <a:gs pos="100000">
                    <a:srgbClr val="041E4E">
                      <a:alpha val="100000"/>
                    </a:srgbClr>
                  </a:gs>
                </a:gsLst>
                <a:lin ang="2700000"/>
              </a:gradFill>
              <a:prstDash val="solid"/>
              <a:miter/>
            </a:ln>
          </p:spPr>
        </p:sp>
        <p:sp>
          <p:nvSpPr>
            <p:cNvPr id="11" name="TextBox 11"/>
            <p:cNvSpPr txBox="1"/>
            <p:nvPr/>
          </p:nvSpPr>
          <p:spPr>
            <a:xfrm>
              <a:off x="0" y="-76200"/>
              <a:ext cx="1637439" cy="596568"/>
            </a:xfrm>
            <a:prstGeom prst="rect">
              <a:avLst/>
            </a:prstGeom>
          </p:spPr>
          <p:txBody>
            <a:bodyPr lIns="50800" tIns="50800" rIns="50800" bIns="50800" rtlCol="0" anchor="ctr"/>
            <a:lstStyle/>
            <a:p>
              <a:pPr algn="ctr">
                <a:lnSpc>
                  <a:spcPts val="2800"/>
                </a:lnSpc>
              </a:pPr>
              <a:endParaRPr/>
            </a:p>
          </p:txBody>
        </p:sp>
      </p:grpSp>
      <p:sp>
        <p:nvSpPr>
          <p:cNvPr id="12" name="Freeform 12"/>
          <p:cNvSpPr/>
          <p:nvPr/>
        </p:nvSpPr>
        <p:spPr>
          <a:xfrm>
            <a:off x="9941354" y="7447858"/>
            <a:ext cx="1539914" cy="1551196"/>
          </a:xfrm>
          <a:custGeom>
            <a:avLst/>
            <a:gdLst/>
            <a:ahLst/>
            <a:cxnLst/>
            <a:rect l="l" t="t" r="r" b="b"/>
            <a:pathLst>
              <a:path w="1539914" h="1551196">
                <a:moveTo>
                  <a:pt x="0" y="0"/>
                </a:moveTo>
                <a:lnTo>
                  <a:pt x="1539914" y="0"/>
                </a:lnTo>
                <a:lnTo>
                  <a:pt x="1539914" y="1551196"/>
                </a:lnTo>
                <a:lnTo>
                  <a:pt x="0" y="155119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TextBox 13"/>
          <p:cNvSpPr txBox="1"/>
          <p:nvPr/>
        </p:nvSpPr>
        <p:spPr>
          <a:xfrm>
            <a:off x="1028700" y="2294408"/>
            <a:ext cx="8053372" cy="1015214"/>
          </a:xfrm>
          <a:prstGeom prst="rect">
            <a:avLst/>
          </a:prstGeom>
        </p:spPr>
        <p:txBody>
          <a:bodyPr lIns="0" tIns="0" rIns="0" bIns="0" rtlCol="0" anchor="t">
            <a:spAutoFit/>
          </a:bodyPr>
          <a:lstStyle/>
          <a:p>
            <a:pPr algn="l">
              <a:lnSpc>
                <a:spcPts val="8329"/>
              </a:lnSpc>
            </a:pPr>
            <a:r>
              <a:rPr lang="en-US" sz="6407" dirty="0" err="1">
                <a:solidFill>
                  <a:srgbClr val="FFFFFF"/>
                </a:solidFill>
                <a:latin typeface="Telegraf"/>
                <a:ea typeface="Telegraf"/>
                <a:cs typeface="Telegraf"/>
                <a:sym typeface="Telegraf"/>
              </a:rPr>
              <a:t>LangChain</a:t>
            </a:r>
            <a:r>
              <a:rPr lang="en-US" sz="6407" dirty="0">
                <a:solidFill>
                  <a:srgbClr val="FFFFFF"/>
                </a:solidFill>
                <a:latin typeface="Telegraf"/>
                <a:ea typeface="Telegraf"/>
                <a:cs typeface="Telegraf"/>
                <a:sym typeface="Telegraf"/>
              </a:rPr>
              <a:t> + </a:t>
            </a:r>
            <a:r>
              <a:rPr lang="en-US" sz="6407" dirty="0" err="1">
                <a:solidFill>
                  <a:srgbClr val="FFFFFF"/>
                </a:solidFill>
                <a:latin typeface="Telegraf"/>
                <a:ea typeface="Telegraf"/>
                <a:cs typeface="Telegraf"/>
                <a:sym typeface="Telegraf"/>
              </a:rPr>
              <a:t>Groq</a:t>
            </a:r>
            <a:endParaRPr lang="en-US" sz="6407" dirty="0">
              <a:solidFill>
                <a:srgbClr val="FFFFFF"/>
              </a:solidFill>
              <a:latin typeface="Telegraf"/>
              <a:ea typeface="Telegraf"/>
              <a:cs typeface="Telegraf"/>
              <a:sym typeface="Telegraf"/>
            </a:endParaRPr>
          </a:p>
        </p:txBody>
      </p:sp>
      <p:sp>
        <p:nvSpPr>
          <p:cNvPr id="14" name="TextBox 14"/>
          <p:cNvSpPr txBox="1"/>
          <p:nvPr/>
        </p:nvSpPr>
        <p:spPr>
          <a:xfrm>
            <a:off x="11837703" y="7390708"/>
            <a:ext cx="4120658" cy="2752164"/>
          </a:xfrm>
          <a:prstGeom prst="rect">
            <a:avLst/>
          </a:prstGeom>
        </p:spPr>
        <p:txBody>
          <a:bodyPr lIns="0" tIns="0" rIns="0" bIns="0" rtlCol="0" anchor="t">
            <a:spAutoFit/>
          </a:bodyPr>
          <a:lstStyle/>
          <a:p>
            <a:pPr marL="285750" lvl="0" indent="-285750" algn="just">
              <a:lnSpc>
                <a:spcPts val="2445"/>
              </a:lnSpc>
              <a:buFont typeface="Wingdings" panose="05000000000000000000" pitchFamily="2" charset="2"/>
              <a:buChar char="v"/>
            </a:pPr>
            <a:r>
              <a:rPr lang="en-US" sz="1746" u="none" strike="noStrike" spc="73" dirty="0" err="1">
                <a:solidFill>
                  <a:srgbClr val="FFFFFF"/>
                </a:solidFill>
                <a:latin typeface="Telegraf"/>
                <a:ea typeface="Telegraf"/>
                <a:cs typeface="Telegraf"/>
                <a:sym typeface="Telegraf"/>
              </a:rPr>
              <a:t>LangChain</a:t>
            </a:r>
            <a:r>
              <a:rPr lang="en-US" sz="1746" u="none" strike="noStrike" spc="73" dirty="0">
                <a:solidFill>
                  <a:srgbClr val="FFFFFF"/>
                </a:solidFill>
                <a:latin typeface="Telegraf"/>
                <a:ea typeface="Telegraf"/>
                <a:cs typeface="Telegraf"/>
                <a:sym typeface="Telegraf"/>
              </a:rPr>
              <a:t>:</a:t>
            </a:r>
          </a:p>
          <a:p>
            <a:pPr marL="285750" lvl="0" indent="-285750" algn="just">
              <a:lnSpc>
                <a:spcPts val="2445"/>
              </a:lnSpc>
              <a:buFont typeface="Arial" panose="020B0604020202020204" pitchFamily="34" charset="0"/>
              <a:buChar char="•"/>
            </a:pPr>
            <a:r>
              <a:rPr lang="en-US" sz="1746" spc="73" dirty="0">
                <a:solidFill>
                  <a:srgbClr val="FFFFFF"/>
                </a:solidFill>
                <a:latin typeface="Telegraf"/>
                <a:ea typeface="Telegraf"/>
                <a:cs typeface="Telegraf"/>
                <a:sym typeface="Telegraf"/>
              </a:rPr>
              <a:t>Used to build the LLM processing pipeline.</a:t>
            </a:r>
          </a:p>
          <a:p>
            <a:pPr marL="285750" lvl="0" indent="-285750" algn="just">
              <a:lnSpc>
                <a:spcPts val="2445"/>
              </a:lnSpc>
              <a:buFont typeface="Arial" panose="020B0604020202020204" pitchFamily="34" charset="0"/>
              <a:buChar char="•"/>
            </a:pPr>
            <a:r>
              <a:rPr lang="en-US" sz="1746" u="none" strike="noStrike" spc="73" dirty="0">
                <a:solidFill>
                  <a:srgbClr val="FFFFFF"/>
                </a:solidFill>
                <a:latin typeface="Telegraf"/>
                <a:ea typeface="Telegraf"/>
                <a:cs typeface="Telegraf"/>
                <a:sym typeface="Telegraf"/>
              </a:rPr>
              <a:t>Connects prompts with the </a:t>
            </a:r>
            <a:r>
              <a:rPr lang="en-US" sz="1746" u="none" strike="noStrike" spc="73" dirty="0" err="1">
                <a:solidFill>
                  <a:srgbClr val="FFFFFF"/>
                </a:solidFill>
                <a:latin typeface="Telegraf"/>
                <a:ea typeface="Telegraf"/>
                <a:cs typeface="Telegraf"/>
                <a:sym typeface="Telegraf"/>
              </a:rPr>
              <a:t>Groq</a:t>
            </a:r>
            <a:r>
              <a:rPr lang="en-US" sz="1746" u="none" strike="noStrike" spc="73" dirty="0">
                <a:solidFill>
                  <a:srgbClr val="FFFFFF"/>
                </a:solidFill>
                <a:latin typeface="Telegraf"/>
                <a:ea typeface="Telegraf"/>
                <a:cs typeface="Telegraf"/>
                <a:sym typeface="Telegraf"/>
              </a:rPr>
              <a:t> language model.</a:t>
            </a:r>
          </a:p>
          <a:p>
            <a:pPr marL="285750" lvl="0" indent="-285750" algn="just">
              <a:lnSpc>
                <a:spcPts val="2445"/>
              </a:lnSpc>
              <a:buFont typeface="Arial" panose="020B0604020202020204" pitchFamily="34" charset="0"/>
              <a:buChar char="•"/>
            </a:pPr>
            <a:r>
              <a:rPr lang="en-US" sz="1746" spc="73" dirty="0">
                <a:solidFill>
                  <a:srgbClr val="FFFFFF"/>
                </a:solidFill>
                <a:latin typeface="Telegraf"/>
                <a:ea typeface="Telegraf"/>
                <a:cs typeface="Telegraf"/>
                <a:sym typeface="Telegraf"/>
              </a:rPr>
              <a:t>Uses the modern Runnable Chain approach</a:t>
            </a:r>
          </a:p>
          <a:p>
            <a:pPr marL="285750" lvl="0" indent="-285750" algn="just">
              <a:lnSpc>
                <a:spcPct val="100000"/>
              </a:lnSpc>
              <a:buFont typeface="Arial" panose="020B0604020202020204" pitchFamily="34" charset="0"/>
              <a:buChar char="•"/>
            </a:pPr>
            <a:r>
              <a:rPr lang="en-IN" sz="1750" dirty="0" err="1">
                <a:solidFill>
                  <a:schemeClr val="bg1"/>
                </a:solidFill>
                <a:latin typeface="Telegraf" panose="020B0604020202020204" charset="0"/>
              </a:rPr>
              <a:t>PromptTemplate</a:t>
            </a:r>
            <a:r>
              <a:rPr lang="en-IN" sz="1750" dirty="0">
                <a:solidFill>
                  <a:schemeClr val="bg1"/>
                </a:solidFill>
                <a:latin typeface="Telegraf" panose="020B0604020202020204" charset="0"/>
              </a:rPr>
              <a:t> → LLM → Response</a:t>
            </a:r>
            <a:endParaRPr lang="en-US" sz="1750" u="none" strike="noStrike" spc="73" dirty="0">
              <a:solidFill>
                <a:schemeClr val="bg1"/>
              </a:solidFill>
              <a:latin typeface="Telegraf" panose="020B0604020202020204" charset="0"/>
              <a:ea typeface="Telegraf"/>
              <a:cs typeface="Telegraf"/>
              <a:sym typeface="Telegraf"/>
            </a:endParaRPr>
          </a:p>
          <a:p>
            <a:pPr lvl="0" algn="just">
              <a:lnSpc>
                <a:spcPts val="2445"/>
              </a:lnSpc>
            </a:pPr>
            <a:endParaRPr lang="en-US" sz="1746" u="none" strike="noStrike" spc="73" dirty="0">
              <a:solidFill>
                <a:srgbClr val="FFFFFF"/>
              </a:solidFill>
              <a:latin typeface="Telegraf"/>
              <a:ea typeface="Telegraf"/>
              <a:cs typeface="Telegraf"/>
              <a:sym typeface="Telegraf"/>
            </a:endParaRPr>
          </a:p>
        </p:txBody>
      </p:sp>
      <p:pic>
        <p:nvPicPr>
          <p:cNvPr id="16" name="Picture 15">
            <a:extLst>
              <a:ext uri="{FF2B5EF4-FFF2-40B4-BE49-F238E27FC236}">
                <a16:creationId xmlns:a16="http://schemas.microsoft.com/office/drawing/2014/main" id="{7E1EDBF3-BB7C-B472-D150-B1EA8827538C}"/>
              </a:ext>
            </a:extLst>
          </p:cNvPr>
          <p:cNvPicPr>
            <a:picLocks noChangeAspect="1"/>
          </p:cNvPicPr>
          <p:nvPr/>
        </p:nvPicPr>
        <p:blipFill>
          <a:blip r:embed="rId5"/>
          <a:stretch>
            <a:fillRect/>
          </a:stretch>
        </p:blipFill>
        <p:spPr>
          <a:xfrm>
            <a:off x="0" y="10659"/>
            <a:ext cx="2819400" cy="93181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A67B5-1B29-8797-E024-82619F57B03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C12BFBC-062B-829F-7FAB-EF20496287F9}"/>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9222" b="-9222"/>
            </a:stretch>
          </a:blipFill>
        </p:spPr>
      </p:sp>
      <p:sp>
        <p:nvSpPr>
          <p:cNvPr id="6" name="TextBox 6">
            <a:extLst>
              <a:ext uri="{FF2B5EF4-FFF2-40B4-BE49-F238E27FC236}">
                <a16:creationId xmlns:a16="http://schemas.microsoft.com/office/drawing/2014/main" id="{E13B99F0-4F5C-9426-E545-CE7FC797FCA5}"/>
              </a:ext>
            </a:extLst>
          </p:cNvPr>
          <p:cNvSpPr txBox="1"/>
          <p:nvPr/>
        </p:nvSpPr>
        <p:spPr>
          <a:xfrm>
            <a:off x="977522" y="3519762"/>
            <a:ext cx="7354667" cy="6077113"/>
          </a:xfrm>
          <a:prstGeom prst="rect">
            <a:avLst/>
          </a:prstGeom>
        </p:spPr>
        <p:txBody>
          <a:bodyPr lIns="0" tIns="0" rIns="0" bIns="0" rtlCol="0" anchor="t">
            <a:spAutoFit/>
          </a:bodyPr>
          <a:lstStyle/>
          <a:p>
            <a:pPr lvl="0">
              <a:lnSpc>
                <a:spcPts val="3387"/>
              </a:lnSpc>
            </a:pPr>
            <a:r>
              <a:rPr lang="en-US" sz="2419" spc="101" dirty="0">
                <a:solidFill>
                  <a:srgbClr val="FFFFFF"/>
                </a:solidFill>
                <a:latin typeface="Telegraf"/>
                <a:ea typeface="Telegraf"/>
                <a:cs typeface="Telegraf"/>
                <a:sym typeface="Telegraf"/>
              </a:rPr>
              <a:t>1. Query Processing:</a:t>
            </a:r>
          </a:p>
          <a:p>
            <a:pPr lvl="0">
              <a:lnSpc>
                <a:spcPts val="3387"/>
              </a:lnSpc>
            </a:pPr>
            <a:r>
              <a:rPr lang="en-US" sz="2419" spc="101" dirty="0">
                <a:solidFill>
                  <a:srgbClr val="FFFFFF"/>
                </a:solidFill>
                <a:latin typeface="Telegraf"/>
                <a:ea typeface="Telegraf"/>
                <a:cs typeface="Telegraf"/>
                <a:sym typeface="Telegraf"/>
              </a:rPr>
              <a:t>   Natural Language Query</a:t>
            </a:r>
          </a:p>
          <a:p>
            <a:pPr lvl="0">
              <a:lnSpc>
                <a:spcPts val="3387"/>
              </a:lnSpc>
            </a:pPr>
            <a:r>
              <a:rPr lang="en-US" sz="2419" spc="101" dirty="0">
                <a:solidFill>
                  <a:srgbClr val="FFFFFF"/>
                </a:solidFill>
                <a:latin typeface="Telegraf"/>
                <a:ea typeface="Telegraf"/>
                <a:cs typeface="Telegraf"/>
                <a:sym typeface="Telegraf"/>
              </a:rPr>
              <a:t>          ↓</a:t>
            </a:r>
          </a:p>
          <a:p>
            <a:pPr lvl="0">
              <a:lnSpc>
                <a:spcPts val="3387"/>
              </a:lnSpc>
            </a:pPr>
            <a:r>
              <a:rPr lang="en-US" sz="2419" spc="101" dirty="0">
                <a:solidFill>
                  <a:srgbClr val="FFFFFF"/>
                </a:solidFill>
                <a:latin typeface="Telegraf"/>
                <a:ea typeface="Telegraf"/>
                <a:cs typeface="Telegraf"/>
                <a:sym typeface="Telegraf"/>
              </a:rPr>
              <a:t>   </a:t>
            </a:r>
            <a:r>
              <a:rPr lang="en-US" sz="2419" spc="101" dirty="0" err="1">
                <a:solidFill>
                  <a:srgbClr val="FFFFFF"/>
                </a:solidFill>
                <a:latin typeface="Telegraf"/>
                <a:ea typeface="Telegraf"/>
                <a:cs typeface="Telegraf"/>
                <a:sym typeface="Telegraf"/>
              </a:rPr>
              <a:t>LangChain</a:t>
            </a:r>
            <a:r>
              <a:rPr lang="en-US" sz="2419" spc="101" dirty="0">
                <a:solidFill>
                  <a:srgbClr val="FFFFFF"/>
                </a:solidFill>
                <a:latin typeface="Telegraf"/>
                <a:ea typeface="Telegraf"/>
                <a:cs typeface="Telegraf"/>
                <a:sym typeface="Telegraf"/>
              </a:rPr>
              <a:t> + </a:t>
            </a:r>
            <a:r>
              <a:rPr lang="en-US" sz="2419" spc="101" dirty="0" err="1">
                <a:solidFill>
                  <a:srgbClr val="FFFFFF"/>
                </a:solidFill>
                <a:latin typeface="Telegraf"/>
                <a:ea typeface="Telegraf"/>
                <a:cs typeface="Telegraf"/>
                <a:sym typeface="Telegraf"/>
              </a:rPr>
              <a:t>Groq</a:t>
            </a:r>
            <a:endParaRPr lang="en-US" sz="2419" spc="101" dirty="0">
              <a:solidFill>
                <a:srgbClr val="FFFFFF"/>
              </a:solidFill>
              <a:latin typeface="Telegraf"/>
              <a:ea typeface="Telegraf"/>
              <a:cs typeface="Telegraf"/>
              <a:sym typeface="Telegraf"/>
            </a:endParaRPr>
          </a:p>
          <a:p>
            <a:pPr lvl="0">
              <a:lnSpc>
                <a:spcPts val="3387"/>
              </a:lnSpc>
            </a:pPr>
            <a:r>
              <a:rPr lang="en-US" sz="2419" spc="101" dirty="0">
                <a:solidFill>
                  <a:srgbClr val="FFFFFF"/>
                </a:solidFill>
                <a:latin typeface="Telegraf"/>
                <a:ea typeface="Telegraf"/>
                <a:cs typeface="Telegraf"/>
                <a:sym typeface="Telegraf"/>
              </a:rPr>
              <a:t>          ↓</a:t>
            </a:r>
          </a:p>
          <a:p>
            <a:pPr lvl="0">
              <a:lnSpc>
                <a:spcPts val="3387"/>
              </a:lnSpc>
            </a:pPr>
            <a:r>
              <a:rPr lang="en-US" sz="2419" spc="101" dirty="0">
                <a:solidFill>
                  <a:srgbClr val="FFFFFF"/>
                </a:solidFill>
                <a:latin typeface="Telegraf"/>
                <a:ea typeface="Telegraf"/>
                <a:cs typeface="Telegraf"/>
                <a:sym typeface="Telegraf"/>
              </a:rPr>
              <a:t>   Topic / Location / Intent /</a:t>
            </a:r>
          </a:p>
          <a:p>
            <a:pPr lvl="0">
              <a:lnSpc>
                <a:spcPts val="3387"/>
              </a:lnSpc>
            </a:pPr>
            <a:r>
              <a:rPr lang="en-US" sz="2419" spc="101" dirty="0">
                <a:solidFill>
                  <a:srgbClr val="FFFFFF"/>
                </a:solidFill>
                <a:latin typeface="Telegraf"/>
                <a:ea typeface="Telegraf"/>
                <a:cs typeface="Telegraf"/>
                <a:sym typeface="Telegraf"/>
              </a:rPr>
              <a:t>   Time Sensitivity / Keywords /</a:t>
            </a:r>
          </a:p>
          <a:p>
            <a:pPr lvl="0">
              <a:lnSpc>
                <a:spcPts val="3387"/>
              </a:lnSpc>
            </a:pPr>
            <a:r>
              <a:rPr lang="en-US" sz="2419" spc="101" dirty="0">
                <a:solidFill>
                  <a:srgbClr val="FFFFFF"/>
                </a:solidFill>
                <a:latin typeface="Telegraf"/>
                <a:ea typeface="Telegraf"/>
                <a:cs typeface="Telegraf"/>
                <a:sym typeface="Telegraf"/>
              </a:rPr>
              <a:t>   Search Queries</a:t>
            </a:r>
          </a:p>
          <a:p>
            <a:pPr lvl="0">
              <a:lnSpc>
                <a:spcPts val="3387"/>
              </a:lnSpc>
            </a:pPr>
            <a:r>
              <a:rPr lang="en-US" sz="2419" spc="101" dirty="0">
                <a:solidFill>
                  <a:srgbClr val="FFFFFF"/>
                </a:solidFill>
                <a:latin typeface="Telegraf"/>
                <a:ea typeface="Telegraf"/>
                <a:cs typeface="Telegraf"/>
                <a:sym typeface="Telegraf"/>
              </a:rPr>
              <a:t>2. Research Generation:</a:t>
            </a:r>
          </a:p>
          <a:p>
            <a:pPr lvl="0">
              <a:lnSpc>
                <a:spcPts val="3387"/>
              </a:lnSpc>
            </a:pPr>
            <a:r>
              <a:rPr lang="en-US" sz="2419" spc="101" dirty="0">
                <a:solidFill>
                  <a:srgbClr val="FFFFFF"/>
                </a:solidFill>
                <a:latin typeface="Telegraf"/>
                <a:ea typeface="Telegraf"/>
                <a:cs typeface="Telegraf"/>
                <a:sym typeface="Telegraf"/>
              </a:rPr>
              <a:t>   Retrieved News Articles</a:t>
            </a:r>
          </a:p>
          <a:p>
            <a:pPr lvl="0">
              <a:lnSpc>
                <a:spcPts val="3387"/>
              </a:lnSpc>
            </a:pPr>
            <a:r>
              <a:rPr lang="en-US" sz="2419" spc="101" dirty="0">
                <a:solidFill>
                  <a:srgbClr val="FFFFFF"/>
                </a:solidFill>
                <a:latin typeface="Telegraf"/>
                <a:ea typeface="Telegraf"/>
                <a:cs typeface="Telegraf"/>
                <a:sym typeface="Telegraf"/>
              </a:rPr>
              <a:t>          ↓</a:t>
            </a:r>
          </a:p>
          <a:p>
            <a:pPr lvl="0">
              <a:lnSpc>
                <a:spcPts val="3387"/>
              </a:lnSpc>
            </a:pPr>
            <a:r>
              <a:rPr lang="en-US" sz="2419" spc="101" dirty="0">
                <a:solidFill>
                  <a:srgbClr val="FFFFFF"/>
                </a:solidFill>
                <a:latin typeface="Telegraf"/>
                <a:ea typeface="Telegraf"/>
                <a:cs typeface="Telegraf"/>
                <a:sym typeface="Telegraf"/>
              </a:rPr>
              <a:t>   </a:t>
            </a:r>
            <a:r>
              <a:rPr lang="en-US" sz="2419" spc="101" dirty="0" err="1">
                <a:solidFill>
                  <a:srgbClr val="FFFFFF"/>
                </a:solidFill>
                <a:latin typeface="Telegraf"/>
                <a:ea typeface="Telegraf"/>
                <a:cs typeface="Telegraf"/>
                <a:sym typeface="Telegraf"/>
              </a:rPr>
              <a:t>LangChain</a:t>
            </a:r>
            <a:r>
              <a:rPr lang="en-US" sz="2419" spc="101" dirty="0">
                <a:solidFill>
                  <a:srgbClr val="FFFFFF"/>
                </a:solidFill>
                <a:latin typeface="Telegraf"/>
                <a:ea typeface="Telegraf"/>
                <a:cs typeface="Telegraf"/>
                <a:sym typeface="Telegraf"/>
              </a:rPr>
              <a:t> + </a:t>
            </a:r>
            <a:r>
              <a:rPr lang="en-US" sz="2419" spc="101" dirty="0" err="1">
                <a:solidFill>
                  <a:srgbClr val="FFFFFF"/>
                </a:solidFill>
                <a:latin typeface="Telegraf"/>
                <a:ea typeface="Telegraf"/>
                <a:cs typeface="Telegraf"/>
                <a:sym typeface="Telegraf"/>
              </a:rPr>
              <a:t>Groq</a:t>
            </a:r>
            <a:endParaRPr lang="en-US" sz="2419" spc="101" dirty="0">
              <a:solidFill>
                <a:srgbClr val="FFFFFF"/>
              </a:solidFill>
              <a:latin typeface="Telegraf"/>
              <a:ea typeface="Telegraf"/>
              <a:cs typeface="Telegraf"/>
              <a:sym typeface="Telegraf"/>
            </a:endParaRPr>
          </a:p>
          <a:p>
            <a:pPr lvl="0">
              <a:lnSpc>
                <a:spcPts val="3387"/>
              </a:lnSpc>
            </a:pPr>
            <a:r>
              <a:rPr lang="en-US" sz="2419" spc="101" dirty="0">
                <a:solidFill>
                  <a:srgbClr val="FFFFFF"/>
                </a:solidFill>
                <a:latin typeface="Telegraf"/>
                <a:ea typeface="Telegraf"/>
                <a:cs typeface="Telegraf"/>
                <a:sym typeface="Telegraf"/>
              </a:rPr>
              <a:t>          ↓</a:t>
            </a:r>
          </a:p>
          <a:p>
            <a:pPr lvl="0">
              <a:lnSpc>
                <a:spcPts val="3387"/>
              </a:lnSpc>
            </a:pPr>
            <a:r>
              <a:rPr lang="en-US" sz="2419" spc="101" dirty="0">
                <a:solidFill>
                  <a:srgbClr val="FFFFFF"/>
                </a:solidFill>
                <a:latin typeface="Telegraf"/>
                <a:ea typeface="Telegraf"/>
                <a:cs typeface="Telegraf"/>
                <a:sym typeface="Telegraf"/>
              </a:rPr>
              <a:t>   Structured AI Research Report</a:t>
            </a:r>
            <a:endParaRPr lang="en-US" sz="2419" u="none" strike="noStrike" spc="101" dirty="0">
              <a:solidFill>
                <a:srgbClr val="FFFFFF"/>
              </a:solidFill>
              <a:latin typeface="Telegraf"/>
              <a:ea typeface="Telegraf"/>
              <a:cs typeface="Telegraf"/>
              <a:sym typeface="Telegraf"/>
            </a:endParaRPr>
          </a:p>
        </p:txBody>
      </p:sp>
      <p:grpSp>
        <p:nvGrpSpPr>
          <p:cNvPr id="7" name="Group 7">
            <a:extLst>
              <a:ext uri="{FF2B5EF4-FFF2-40B4-BE49-F238E27FC236}">
                <a16:creationId xmlns:a16="http://schemas.microsoft.com/office/drawing/2014/main" id="{633D9E57-13F1-D00B-F957-8BFDF9A523C2}"/>
              </a:ext>
            </a:extLst>
          </p:cNvPr>
          <p:cNvGrpSpPr/>
          <p:nvPr/>
        </p:nvGrpSpPr>
        <p:grpSpPr>
          <a:xfrm>
            <a:off x="9309711" y="1028700"/>
            <a:ext cx="8499426" cy="6947584"/>
            <a:chOff x="0" y="0"/>
            <a:chExt cx="2882035" cy="2355827"/>
          </a:xfrm>
        </p:grpSpPr>
        <p:sp>
          <p:nvSpPr>
            <p:cNvPr id="8" name="Freeform 8">
              <a:extLst>
                <a:ext uri="{FF2B5EF4-FFF2-40B4-BE49-F238E27FC236}">
                  <a16:creationId xmlns:a16="http://schemas.microsoft.com/office/drawing/2014/main" id="{1E490BDE-446A-585A-7839-12F5ACD8C5FD}"/>
                </a:ext>
              </a:extLst>
            </p:cNvPr>
            <p:cNvSpPr/>
            <p:nvPr/>
          </p:nvSpPr>
          <p:spPr>
            <a:xfrm>
              <a:off x="0" y="0"/>
              <a:ext cx="2882035" cy="2355827"/>
            </a:xfrm>
            <a:custGeom>
              <a:avLst/>
              <a:gdLst/>
              <a:ahLst/>
              <a:cxnLst/>
              <a:rect l="l" t="t" r="r" b="b"/>
              <a:pathLst>
                <a:path w="2882035" h="2355827">
                  <a:moveTo>
                    <a:pt x="12752" y="0"/>
                  </a:moveTo>
                  <a:lnTo>
                    <a:pt x="2869283" y="0"/>
                  </a:lnTo>
                  <a:cubicBezTo>
                    <a:pt x="2876326" y="0"/>
                    <a:pt x="2882035" y="5709"/>
                    <a:pt x="2882035" y="12752"/>
                  </a:cubicBezTo>
                  <a:lnTo>
                    <a:pt x="2882035" y="2343075"/>
                  </a:lnTo>
                  <a:cubicBezTo>
                    <a:pt x="2882035" y="2350118"/>
                    <a:pt x="2876326" y="2355827"/>
                    <a:pt x="2869283" y="2355827"/>
                  </a:cubicBezTo>
                  <a:lnTo>
                    <a:pt x="12752" y="2355827"/>
                  </a:lnTo>
                  <a:cubicBezTo>
                    <a:pt x="5709" y="2355827"/>
                    <a:pt x="0" y="2350118"/>
                    <a:pt x="0" y="2343075"/>
                  </a:cubicBezTo>
                  <a:lnTo>
                    <a:pt x="0" y="12752"/>
                  </a:lnTo>
                  <a:cubicBezTo>
                    <a:pt x="0" y="5709"/>
                    <a:pt x="5709" y="0"/>
                    <a:pt x="12752" y="0"/>
                  </a:cubicBezTo>
                  <a:close/>
                </a:path>
              </a:pathLst>
            </a:custGeom>
            <a:blipFill>
              <a:blip r:embed="rId3"/>
              <a:stretch>
                <a:fillRect l="-9665" r="-9665"/>
              </a:stretch>
            </a:blipFill>
            <a:ln cap="sq">
              <a:noFill/>
              <a:prstDash val="solid"/>
              <a:miter/>
            </a:ln>
          </p:spPr>
        </p:sp>
      </p:grpSp>
      <p:grpSp>
        <p:nvGrpSpPr>
          <p:cNvPr id="9" name="Group 9">
            <a:extLst>
              <a:ext uri="{FF2B5EF4-FFF2-40B4-BE49-F238E27FC236}">
                <a16:creationId xmlns:a16="http://schemas.microsoft.com/office/drawing/2014/main" id="{4B4F378A-BADA-75F8-770F-705FD733ADCA}"/>
              </a:ext>
            </a:extLst>
          </p:cNvPr>
          <p:cNvGrpSpPr/>
          <p:nvPr/>
        </p:nvGrpSpPr>
        <p:grpSpPr>
          <a:xfrm>
            <a:off x="9719481" y="7147970"/>
            <a:ext cx="6727507" cy="3024729"/>
            <a:chOff x="0" y="0"/>
            <a:chExt cx="1637439" cy="520368"/>
          </a:xfrm>
        </p:grpSpPr>
        <p:sp>
          <p:nvSpPr>
            <p:cNvPr id="10" name="Freeform 10">
              <a:extLst>
                <a:ext uri="{FF2B5EF4-FFF2-40B4-BE49-F238E27FC236}">
                  <a16:creationId xmlns:a16="http://schemas.microsoft.com/office/drawing/2014/main" id="{7998A6CF-4E9B-E2FA-9D51-89A123BF3B94}"/>
                </a:ext>
              </a:extLst>
            </p:cNvPr>
            <p:cNvSpPr/>
            <p:nvPr/>
          </p:nvSpPr>
          <p:spPr>
            <a:xfrm>
              <a:off x="0" y="0"/>
              <a:ext cx="1637439" cy="520368"/>
            </a:xfrm>
            <a:custGeom>
              <a:avLst/>
              <a:gdLst/>
              <a:ahLst/>
              <a:cxnLst/>
              <a:rect l="l" t="t" r="r" b="b"/>
              <a:pathLst>
                <a:path w="1637439" h="520368">
                  <a:moveTo>
                    <a:pt x="16111" y="0"/>
                  </a:moveTo>
                  <a:lnTo>
                    <a:pt x="1621328" y="0"/>
                  </a:lnTo>
                  <a:cubicBezTo>
                    <a:pt x="1630226" y="0"/>
                    <a:pt x="1637439" y="7213"/>
                    <a:pt x="1637439" y="16111"/>
                  </a:cubicBezTo>
                  <a:lnTo>
                    <a:pt x="1637439" y="504257"/>
                  </a:lnTo>
                  <a:cubicBezTo>
                    <a:pt x="1637439" y="513155"/>
                    <a:pt x="1630226" y="520368"/>
                    <a:pt x="1621328" y="520368"/>
                  </a:cubicBezTo>
                  <a:lnTo>
                    <a:pt x="16111" y="520368"/>
                  </a:lnTo>
                  <a:cubicBezTo>
                    <a:pt x="7213" y="520368"/>
                    <a:pt x="0" y="513155"/>
                    <a:pt x="0" y="504257"/>
                  </a:cubicBezTo>
                  <a:lnTo>
                    <a:pt x="0" y="16111"/>
                  </a:lnTo>
                  <a:cubicBezTo>
                    <a:pt x="0" y="7213"/>
                    <a:pt x="7213" y="0"/>
                    <a:pt x="16111" y="0"/>
                  </a:cubicBezTo>
                  <a:close/>
                </a:path>
              </a:pathLst>
            </a:custGeom>
            <a:gradFill rotWithShape="1">
              <a:gsLst>
                <a:gs pos="0">
                  <a:srgbClr val="03295A">
                    <a:alpha val="62000"/>
                  </a:srgbClr>
                </a:gs>
                <a:gs pos="100000">
                  <a:srgbClr val="041468">
                    <a:alpha val="74500"/>
                  </a:srgbClr>
                </a:gs>
              </a:gsLst>
              <a:lin ang="0"/>
            </a:gradFill>
            <a:ln w="38100" cap="sq">
              <a:gradFill>
                <a:gsLst>
                  <a:gs pos="0">
                    <a:srgbClr val="10A5FF">
                      <a:alpha val="100000"/>
                    </a:srgbClr>
                  </a:gs>
                  <a:gs pos="100000">
                    <a:srgbClr val="041E4E">
                      <a:alpha val="100000"/>
                    </a:srgbClr>
                  </a:gs>
                </a:gsLst>
                <a:lin ang="2700000"/>
              </a:gradFill>
              <a:prstDash val="solid"/>
              <a:miter/>
            </a:ln>
          </p:spPr>
        </p:sp>
        <p:sp>
          <p:nvSpPr>
            <p:cNvPr id="11" name="TextBox 11">
              <a:extLst>
                <a:ext uri="{FF2B5EF4-FFF2-40B4-BE49-F238E27FC236}">
                  <a16:creationId xmlns:a16="http://schemas.microsoft.com/office/drawing/2014/main" id="{B1C3A96D-BB85-D448-BCAA-632C2A2ABCED}"/>
                </a:ext>
              </a:extLst>
            </p:cNvPr>
            <p:cNvSpPr txBox="1"/>
            <p:nvPr/>
          </p:nvSpPr>
          <p:spPr>
            <a:xfrm>
              <a:off x="0" y="-76200"/>
              <a:ext cx="1637439" cy="596568"/>
            </a:xfrm>
            <a:prstGeom prst="rect">
              <a:avLst/>
            </a:prstGeom>
          </p:spPr>
          <p:txBody>
            <a:bodyPr lIns="50800" tIns="50800" rIns="50800" bIns="50800" rtlCol="0" anchor="ctr"/>
            <a:lstStyle/>
            <a:p>
              <a:pPr algn="ctr">
                <a:lnSpc>
                  <a:spcPts val="2800"/>
                </a:lnSpc>
              </a:pPr>
              <a:endParaRPr/>
            </a:p>
          </p:txBody>
        </p:sp>
      </p:grpSp>
      <p:sp>
        <p:nvSpPr>
          <p:cNvPr id="12" name="Freeform 12">
            <a:extLst>
              <a:ext uri="{FF2B5EF4-FFF2-40B4-BE49-F238E27FC236}">
                <a16:creationId xmlns:a16="http://schemas.microsoft.com/office/drawing/2014/main" id="{7A115F37-28AA-B8C4-4595-A57CE1289D9C}"/>
              </a:ext>
            </a:extLst>
          </p:cNvPr>
          <p:cNvSpPr/>
          <p:nvPr/>
        </p:nvSpPr>
        <p:spPr>
          <a:xfrm>
            <a:off x="9941354" y="7447858"/>
            <a:ext cx="1539914" cy="1551196"/>
          </a:xfrm>
          <a:custGeom>
            <a:avLst/>
            <a:gdLst/>
            <a:ahLst/>
            <a:cxnLst/>
            <a:rect l="l" t="t" r="r" b="b"/>
            <a:pathLst>
              <a:path w="1539914" h="1551196">
                <a:moveTo>
                  <a:pt x="0" y="0"/>
                </a:moveTo>
                <a:lnTo>
                  <a:pt x="1539914" y="0"/>
                </a:lnTo>
                <a:lnTo>
                  <a:pt x="1539914" y="1551196"/>
                </a:lnTo>
                <a:lnTo>
                  <a:pt x="0" y="155119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TextBox 13">
            <a:extLst>
              <a:ext uri="{FF2B5EF4-FFF2-40B4-BE49-F238E27FC236}">
                <a16:creationId xmlns:a16="http://schemas.microsoft.com/office/drawing/2014/main" id="{F05DB888-3DE1-40B7-ADAC-FDC5288A6F54}"/>
              </a:ext>
            </a:extLst>
          </p:cNvPr>
          <p:cNvSpPr txBox="1"/>
          <p:nvPr/>
        </p:nvSpPr>
        <p:spPr>
          <a:xfrm>
            <a:off x="1070963" y="1814424"/>
            <a:ext cx="8053372" cy="1015214"/>
          </a:xfrm>
          <a:prstGeom prst="rect">
            <a:avLst/>
          </a:prstGeom>
        </p:spPr>
        <p:txBody>
          <a:bodyPr lIns="0" tIns="0" rIns="0" bIns="0" rtlCol="0" anchor="t">
            <a:spAutoFit/>
          </a:bodyPr>
          <a:lstStyle/>
          <a:p>
            <a:pPr algn="l">
              <a:lnSpc>
                <a:spcPts val="8329"/>
              </a:lnSpc>
            </a:pPr>
            <a:r>
              <a:rPr lang="en-US" sz="6407" dirty="0" err="1">
                <a:solidFill>
                  <a:srgbClr val="FFFFFF"/>
                </a:solidFill>
                <a:latin typeface="Telegraf"/>
                <a:ea typeface="Telegraf"/>
                <a:cs typeface="Telegraf"/>
                <a:sym typeface="Telegraf"/>
              </a:rPr>
              <a:t>LangChain</a:t>
            </a:r>
            <a:r>
              <a:rPr lang="en-US" sz="6407" dirty="0">
                <a:solidFill>
                  <a:srgbClr val="FFFFFF"/>
                </a:solidFill>
                <a:latin typeface="Telegraf"/>
                <a:ea typeface="Telegraf"/>
                <a:cs typeface="Telegraf"/>
                <a:sym typeface="Telegraf"/>
              </a:rPr>
              <a:t> + </a:t>
            </a:r>
            <a:r>
              <a:rPr lang="en-US" sz="6407" dirty="0" err="1">
                <a:solidFill>
                  <a:srgbClr val="FFFFFF"/>
                </a:solidFill>
                <a:latin typeface="Telegraf"/>
                <a:ea typeface="Telegraf"/>
                <a:cs typeface="Telegraf"/>
                <a:sym typeface="Telegraf"/>
              </a:rPr>
              <a:t>Groq</a:t>
            </a:r>
            <a:endParaRPr lang="en-US" sz="6407" dirty="0">
              <a:solidFill>
                <a:srgbClr val="FFFFFF"/>
              </a:solidFill>
              <a:latin typeface="Telegraf"/>
              <a:ea typeface="Telegraf"/>
              <a:cs typeface="Telegraf"/>
              <a:sym typeface="Telegraf"/>
            </a:endParaRPr>
          </a:p>
        </p:txBody>
      </p:sp>
      <p:sp>
        <p:nvSpPr>
          <p:cNvPr id="14" name="TextBox 14">
            <a:extLst>
              <a:ext uri="{FF2B5EF4-FFF2-40B4-BE49-F238E27FC236}">
                <a16:creationId xmlns:a16="http://schemas.microsoft.com/office/drawing/2014/main" id="{D2AA64F6-8ED2-D8C3-B84A-BB572F58D3AB}"/>
              </a:ext>
            </a:extLst>
          </p:cNvPr>
          <p:cNvSpPr txBox="1"/>
          <p:nvPr/>
        </p:nvSpPr>
        <p:spPr>
          <a:xfrm>
            <a:off x="11837703" y="7390708"/>
            <a:ext cx="4120658" cy="2596993"/>
          </a:xfrm>
          <a:prstGeom prst="rect">
            <a:avLst/>
          </a:prstGeom>
        </p:spPr>
        <p:txBody>
          <a:bodyPr lIns="0" tIns="0" rIns="0" bIns="0" rtlCol="0" anchor="t">
            <a:spAutoFit/>
          </a:bodyPr>
          <a:lstStyle/>
          <a:p>
            <a:pPr marL="285750" lvl="0" indent="-285750" algn="just">
              <a:lnSpc>
                <a:spcPts val="2445"/>
              </a:lnSpc>
              <a:buFont typeface="Wingdings" panose="05000000000000000000" pitchFamily="2" charset="2"/>
              <a:buChar char="v"/>
            </a:pPr>
            <a:r>
              <a:rPr lang="en-US" sz="1746" spc="73" dirty="0" err="1">
                <a:solidFill>
                  <a:srgbClr val="FFFFFF"/>
                </a:solidFill>
                <a:latin typeface="Telegraf"/>
                <a:ea typeface="Telegraf"/>
                <a:cs typeface="Telegraf"/>
                <a:sym typeface="Telegraf"/>
              </a:rPr>
              <a:t>Groq</a:t>
            </a:r>
            <a:r>
              <a:rPr lang="en-US" sz="1746" u="none" strike="noStrike" spc="73" dirty="0">
                <a:solidFill>
                  <a:srgbClr val="FFFFFF"/>
                </a:solidFill>
                <a:latin typeface="Telegraf"/>
                <a:ea typeface="Telegraf"/>
                <a:cs typeface="Telegraf"/>
                <a:sym typeface="Telegraf"/>
              </a:rPr>
              <a:t>:</a:t>
            </a:r>
          </a:p>
          <a:p>
            <a:pPr marL="285750" lvl="0" indent="-285750" algn="just">
              <a:lnSpc>
                <a:spcPct val="100000"/>
              </a:lnSpc>
              <a:buFont typeface="Arial" panose="020B0604020202020204" pitchFamily="34" charset="0"/>
              <a:buChar char="•"/>
            </a:pPr>
            <a:r>
              <a:rPr lang="en-US" sz="1746" spc="73" dirty="0">
                <a:solidFill>
                  <a:srgbClr val="FFFFFF"/>
                </a:solidFill>
                <a:latin typeface="Telegraf"/>
                <a:ea typeface="Telegraf"/>
                <a:cs typeface="Telegraf"/>
                <a:sym typeface="Telegraf"/>
              </a:rPr>
              <a:t>Provides the Large Language Model inference.</a:t>
            </a:r>
          </a:p>
          <a:p>
            <a:pPr marL="285750" lvl="0" indent="-285750" algn="just">
              <a:lnSpc>
                <a:spcPts val="2445"/>
              </a:lnSpc>
              <a:buFont typeface="Arial" panose="020B0604020202020204" pitchFamily="34" charset="0"/>
              <a:buChar char="•"/>
            </a:pPr>
            <a:r>
              <a:rPr lang="en-US" sz="1746" u="none" strike="noStrike" spc="73" dirty="0">
                <a:solidFill>
                  <a:srgbClr val="FFFFFF"/>
                </a:solidFill>
                <a:latin typeface="Telegraf"/>
                <a:ea typeface="Telegraf"/>
                <a:cs typeface="Telegraf"/>
                <a:sym typeface="Telegraf"/>
              </a:rPr>
              <a:t>Current model used: </a:t>
            </a:r>
            <a:r>
              <a:rPr lang="en-US" sz="1746" u="none" strike="noStrike" spc="73" dirty="0" err="1">
                <a:solidFill>
                  <a:srgbClr val="FFFFFF"/>
                </a:solidFill>
                <a:latin typeface="Telegraf"/>
                <a:ea typeface="Telegraf"/>
                <a:cs typeface="Telegraf"/>
                <a:sym typeface="Telegraf"/>
              </a:rPr>
              <a:t>openai</a:t>
            </a:r>
            <a:r>
              <a:rPr lang="en-US" sz="1746" u="none" strike="noStrike" spc="73" dirty="0">
                <a:solidFill>
                  <a:srgbClr val="FFFFFF"/>
                </a:solidFill>
                <a:latin typeface="Telegraf"/>
                <a:ea typeface="Telegraf"/>
                <a:cs typeface="Telegraf"/>
                <a:sym typeface="Telegraf"/>
              </a:rPr>
              <a:t>/gpt-oss-120b.</a:t>
            </a:r>
          </a:p>
          <a:p>
            <a:pPr marL="285750" lvl="0" indent="-285750" algn="just">
              <a:lnSpc>
                <a:spcPts val="2445"/>
              </a:lnSpc>
              <a:buFont typeface="Arial" panose="020B0604020202020204" pitchFamily="34" charset="0"/>
              <a:buChar char="•"/>
            </a:pPr>
            <a:r>
              <a:rPr lang="en-US" sz="1746" spc="73" dirty="0">
                <a:solidFill>
                  <a:srgbClr val="FFFFFF"/>
                </a:solidFill>
                <a:latin typeface="Telegraf"/>
                <a:ea typeface="Telegraf"/>
                <a:cs typeface="Telegraf"/>
                <a:sym typeface="Telegraf"/>
              </a:rPr>
              <a:t>Temperature: 0.1</a:t>
            </a:r>
          </a:p>
          <a:p>
            <a:pPr marL="285750" lvl="0" indent="-285750" algn="just">
              <a:lnSpc>
                <a:spcPct val="100000"/>
              </a:lnSpc>
              <a:buFont typeface="Arial" panose="020B0604020202020204" pitchFamily="34" charset="0"/>
              <a:buChar char="•"/>
            </a:pPr>
            <a:r>
              <a:rPr lang="en-IN" sz="1750" dirty="0">
                <a:solidFill>
                  <a:schemeClr val="bg1"/>
                </a:solidFill>
                <a:latin typeface="Telegraf" panose="020B0604020202020204" charset="0"/>
              </a:rPr>
              <a:t>Used for fast and consistent AI processing.</a:t>
            </a:r>
            <a:endParaRPr lang="en-US" sz="1750" u="none" strike="noStrike" spc="73" dirty="0">
              <a:solidFill>
                <a:schemeClr val="bg1"/>
              </a:solidFill>
              <a:latin typeface="Telegraf" panose="020B0604020202020204" charset="0"/>
              <a:ea typeface="Telegraf"/>
              <a:cs typeface="Telegraf"/>
              <a:sym typeface="Telegraf"/>
            </a:endParaRPr>
          </a:p>
          <a:p>
            <a:pPr lvl="0" algn="just">
              <a:lnSpc>
                <a:spcPts val="2445"/>
              </a:lnSpc>
            </a:pPr>
            <a:endParaRPr lang="en-US" sz="1746" u="none" strike="noStrike" spc="73" dirty="0">
              <a:solidFill>
                <a:srgbClr val="FFFFFF"/>
              </a:solidFill>
              <a:latin typeface="Telegraf"/>
              <a:ea typeface="Telegraf"/>
              <a:cs typeface="Telegraf"/>
              <a:sym typeface="Telegraf"/>
            </a:endParaRPr>
          </a:p>
        </p:txBody>
      </p:sp>
      <p:pic>
        <p:nvPicPr>
          <p:cNvPr id="4" name="Picture 3">
            <a:extLst>
              <a:ext uri="{FF2B5EF4-FFF2-40B4-BE49-F238E27FC236}">
                <a16:creationId xmlns:a16="http://schemas.microsoft.com/office/drawing/2014/main" id="{0A072189-78C0-0B8B-E91D-9CC463E695C6}"/>
              </a:ext>
            </a:extLst>
          </p:cNvPr>
          <p:cNvPicPr>
            <a:picLocks noChangeAspect="1"/>
          </p:cNvPicPr>
          <p:nvPr/>
        </p:nvPicPr>
        <p:blipFill>
          <a:blip r:embed="rId5"/>
          <a:stretch>
            <a:fillRect/>
          </a:stretch>
        </p:blipFill>
        <p:spPr>
          <a:xfrm>
            <a:off x="0" y="10659"/>
            <a:ext cx="2819400" cy="931819"/>
          </a:xfrm>
          <a:prstGeom prst="rect">
            <a:avLst/>
          </a:prstGeom>
        </p:spPr>
      </p:pic>
    </p:spTree>
    <p:extLst>
      <p:ext uri="{BB962C8B-B14F-4D97-AF65-F5344CB8AC3E}">
        <p14:creationId xmlns:p14="http://schemas.microsoft.com/office/powerpoint/2010/main" val="2447596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BD6B7-7A7F-CDBE-337C-05C15E97F8A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DC7EC4B-F07D-972A-ADE6-A245A9338C9A}"/>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9222" b="-9222"/>
            </a:stretch>
          </a:blipFill>
        </p:spPr>
      </p:sp>
      <p:sp>
        <p:nvSpPr>
          <p:cNvPr id="6" name="TextBox 6">
            <a:extLst>
              <a:ext uri="{FF2B5EF4-FFF2-40B4-BE49-F238E27FC236}">
                <a16:creationId xmlns:a16="http://schemas.microsoft.com/office/drawing/2014/main" id="{363236D4-257F-688D-04DF-207E5CF58A24}"/>
              </a:ext>
            </a:extLst>
          </p:cNvPr>
          <p:cNvSpPr txBox="1"/>
          <p:nvPr/>
        </p:nvSpPr>
        <p:spPr>
          <a:xfrm>
            <a:off x="1028700" y="2130136"/>
            <a:ext cx="7354667" cy="8257197"/>
          </a:xfrm>
          <a:prstGeom prst="rect">
            <a:avLst/>
          </a:prstGeom>
        </p:spPr>
        <p:txBody>
          <a:bodyPr wrap="square" lIns="0" tIns="0" rIns="0" bIns="0" rtlCol="0" anchor="t">
            <a:spAutoFit/>
          </a:bodyPr>
          <a:lstStyle/>
          <a:p>
            <a:pPr marL="457200" lvl="0" indent="-457200" algn="l">
              <a:lnSpc>
                <a:spcPts val="3387"/>
              </a:lnSpc>
              <a:buFont typeface="+mj-lt"/>
              <a:buAutoNum type="arabicPeriod"/>
            </a:pPr>
            <a:r>
              <a:rPr lang="en-US" sz="2419" u="none" strike="noStrike" spc="101" dirty="0">
                <a:solidFill>
                  <a:srgbClr val="FFFFFF"/>
                </a:solidFill>
                <a:latin typeface="Telegraf"/>
                <a:ea typeface="Telegraf"/>
                <a:cs typeface="Telegraf"/>
                <a:sym typeface="Telegraf"/>
              </a:rPr>
              <a:t>Research Question Input</a:t>
            </a:r>
          </a:p>
          <a:p>
            <a:pPr marL="457200" lvl="0" indent="-457200" algn="l">
              <a:lnSpc>
                <a:spcPts val="3387"/>
              </a:lnSpc>
              <a:buFont typeface="Wingdings" panose="05000000000000000000" pitchFamily="2" charset="2"/>
              <a:buChar char="Ø"/>
            </a:pPr>
            <a:r>
              <a:rPr lang="en-US" sz="2419" spc="101" dirty="0">
                <a:solidFill>
                  <a:srgbClr val="FFFFFF"/>
                </a:solidFill>
                <a:latin typeface="Telegraf"/>
                <a:ea typeface="Telegraf"/>
                <a:cs typeface="Telegraf"/>
                <a:sym typeface="Telegraf"/>
              </a:rPr>
              <a:t>Enter your research question</a:t>
            </a:r>
          </a:p>
          <a:p>
            <a:pPr marL="457200" lvl="0" indent="-457200" algn="l">
              <a:lnSpc>
                <a:spcPts val="3387"/>
              </a:lnSpc>
              <a:buFont typeface="+mj-lt"/>
              <a:buAutoNum type="arabicPeriod" startAt="2"/>
            </a:pPr>
            <a:r>
              <a:rPr lang="en-US" sz="2419" u="none" strike="noStrike" spc="101" dirty="0">
                <a:solidFill>
                  <a:srgbClr val="FFFFFF"/>
                </a:solidFill>
                <a:latin typeface="Telegraf"/>
                <a:ea typeface="Telegraf"/>
                <a:cs typeface="Telegraf"/>
                <a:sym typeface="Telegraf"/>
              </a:rPr>
              <a:t>Get News Summary</a:t>
            </a:r>
          </a:p>
          <a:p>
            <a:pPr marL="342900" lvl="0" indent="-342900" algn="l">
              <a:lnSpc>
                <a:spcPts val="3387"/>
              </a:lnSpc>
              <a:buFont typeface="Wingdings" panose="05000000000000000000" pitchFamily="2" charset="2"/>
              <a:buChar char="Ø"/>
            </a:pPr>
            <a:r>
              <a:rPr lang="en-US" sz="2419" spc="101" dirty="0">
                <a:solidFill>
                  <a:srgbClr val="FFFFFF"/>
                </a:solidFill>
                <a:latin typeface="Telegraf"/>
                <a:ea typeface="Telegraf"/>
                <a:cs typeface="Telegraf"/>
                <a:sym typeface="Telegraf"/>
              </a:rPr>
              <a:t>Get News Summary</a:t>
            </a:r>
          </a:p>
          <a:p>
            <a:pPr marL="457200" lvl="0" indent="-457200" algn="l">
              <a:lnSpc>
                <a:spcPts val="3387"/>
              </a:lnSpc>
              <a:buFont typeface="+mj-lt"/>
              <a:buAutoNum type="arabicPeriod" startAt="3"/>
            </a:pPr>
            <a:r>
              <a:rPr lang="en-US" sz="2419" u="none" strike="noStrike" spc="101" dirty="0">
                <a:solidFill>
                  <a:srgbClr val="FFFFFF"/>
                </a:solidFill>
                <a:latin typeface="Telegraf"/>
                <a:ea typeface="Telegraf"/>
                <a:cs typeface="Telegraf"/>
                <a:sym typeface="Telegraf"/>
              </a:rPr>
              <a:t>Query Understanding</a:t>
            </a:r>
          </a:p>
          <a:p>
            <a:pPr lvl="0" algn="l">
              <a:lnSpc>
                <a:spcPts val="3387"/>
              </a:lnSpc>
            </a:pPr>
            <a:r>
              <a:rPr lang="en-US" sz="2419" spc="101" dirty="0">
                <a:solidFill>
                  <a:srgbClr val="FFFFFF"/>
                </a:solidFill>
                <a:latin typeface="Telegraf"/>
                <a:ea typeface="Telegraf"/>
                <a:cs typeface="Telegraf"/>
                <a:sym typeface="Telegraf"/>
              </a:rPr>
              <a:t>Shows:</a:t>
            </a:r>
          </a:p>
          <a:p>
            <a:pPr marL="342900" lvl="0" indent="-342900" algn="l">
              <a:lnSpc>
                <a:spcPts val="3387"/>
              </a:lnSpc>
              <a:buFont typeface="Arial" panose="020B0604020202020204" pitchFamily="34" charset="0"/>
              <a:buChar char="•"/>
            </a:pPr>
            <a:r>
              <a:rPr lang="en-US" sz="2419" u="none" strike="noStrike" spc="101" dirty="0">
                <a:solidFill>
                  <a:srgbClr val="FFFFFF"/>
                </a:solidFill>
                <a:latin typeface="Telegraf"/>
                <a:ea typeface="Telegraf"/>
                <a:cs typeface="Telegraf"/>
                <a:sym typeface="Telegraf"/>
              </a:rPr>
              <a:t>Topic</a:t>
            </a:r>
          </a:p>
          <a:p>
            <a:pPr marL="342900" lvl="0" indent="-342900" algn="l">
              <a:lnSpc>
                <a:spcPts val="3387"/>
              </a:lnSpc>
              <a:buFont typeface="Arial" panose="020B0604020202020204" pitchFamily="34" charset="0"/>
              <a:buChar char="•"/>
            </a:pPr>
            <a:r>
              <a:rPr lang="en-US" sz="2419" spc="101" dirty="0">
                <a:solidFill>
                  <a:srgbClr val="FFFFFF"/>
                </a:solidFill>
                <a:latin typeface="Telegraf"/>
                <a:ea typeface="Telegraf"/>
                <a:cs typeface="Telegraf"/>
                <a:sym typeface="Telegraf"/>
              </a:rPr>
              <a:t>Location</a:t>
            </a:r>
          </a:p>
          <a:p>
            <a:pPr marL="342900" lvl="0" indent="-342900" algn="l">
              <a:lnSpc>
                <a:spcPts val="3387"/>
              </a:lnSpc>
              <a:buFont typeface="Arial" panose="020B0604020202020204" pitchFamily="34" charset="0"/>
              <a:buChar char="•"/>
            </a:pPr>
            <a:r>
              <a:rPr lang="en-US" sz="2419" u="none" strike="noStrike" spc="101" dirty="0">
                <a:solidFill>
                  <a:srgbClr val="FFFFFF"/>
                </a:solidFill>
                <a:latin typeface="Telegraf"/>
                <a:ea typeface="Telegraf"/>
                <a:cs typeface="Telegraf"/>
                <a:sym typeface="Telegraf"/>
              </a:rPr>
              <a:t>Intent</a:t>
            </a:r>
          </a:p>
          <a:p>
            <a:pPr marL="342900" lvl="0" indent="-342900" algn="l">
              <a:lnSpc>
                <a:spcPts val="3387"/>
              </a:lnSpc>
              <a:buFont typeface="Arial" panose="020B0604020202020204" pitchFamily="34" charset="0"/>
              <a:buChar char="•"/>
            </a:pPr>
            <a:r>
              <a:rPr lang="en-US" sz="2419" spc="101" dirty="0">
                <a:solidFill>
                  <a:srgbClr val="FFFFFF"/>
                </a:solidFill>
                <a:latin typeface="Telegraf"/>
                <a:ea typeface="Telegraf"/>
                <a:cs typeface="Telegraf"/>
                <a:sym typeface="Telegraf"/>
              </a:rPr>
              <a:t>Time sensitivity</a:t>
            </a:r>
          </a:p>
          <a:p>
            <a:pPr marL="457200" lvl="0" indent="-457200" algn="l">
              <a:lnSpc>
                <a:spcPts val="3387"/>
              </a:lnSpc>
              <a:buFont typeface="+mj-lt"/>
              <a:buAutoNum type="arabicPeriod" startAt="4"/>
            </a:pPr>
            <a:r>
              <a:rPr lang="en-US" sz="2419" u="none" strike="noStrike" spc="101" dirty="0">
                <a:solidFill>
                  <a:srgbClr val="FFFFFF"/>
                </a:solidFill>
                <a:latin typeface="Telegraf"/>
                <a:ea typeface="Telegraf"/>
                <a:cs typeface="Telegraf"/>
                <a:sym typeface="Telegraf"/>
              </a:rPr>
              <a:t>Generated Search Queries</a:t>
            </a:r>
          </a:p>
          <a:p>
            <a:pPr marL="342900" lvl="0" indent="-342900" algn="l">
              <a:lnSpc>
                <a:spcPts val="3387"/>
              </a:lnSpc>
              <a:buFont typeface="Wingdings" panose="05000000000000000000" pitchFamily="2" charset="2"/>
              <a:buChar char="Ø"/>
            </a:pPr>
            <a:r>
              <a:rPr lang="en-US" sz="2419" spc="101" dirty="0">
                <a:solidFill>
                  <a:srgbClr val="FFFFFF"/>
                </a:solidFill>
                <a:latin typeface="Telegraf"/>
                <a:ea typeface="Telegraf"/>
                <a:cs typeface="Telegraf"/>
                <a:sym typeface="Telegraf"/>
              </a:rPr>
              <a:t>Displays the queries created by the system</a:t>
            </a:r>
          </a:p>
          <a:p>
            <a:pPr marL="457200" lvl="0" indent="-457200" algn="l">
              <a:lnSpc>
                <a:spcPts val="3387"/>
              </a:lnSpc>
              <a:buFont typeface="+mj-lt"/>
              <a:buAutoNum type="arabicPeriod" startAt="5"/>
            </a:pPr>
            <a:r>
              <a:rPr lang="en-US" sz="2419" u="none" strike="noStrike" spc="101" dirty="0">
                <a:solidFill>
                  <a:srgbClr val="FFFFFF"/>
                </a:solidFill>
                <a:latin typeface="Telegraf"/>
                <a:ea typeface="Telegraf"/>
                <a:cs typeface="Telegraf"/>
                <a:sym typeface="Telegraf"/>
              </a:rPr>
              <a:t>AI Research Report</a:t>
            </a:r>
          </a:p>
          <a:p>
            <a:pPr marL="342900" lvl="0" indent="-342900" algn="l">
              <a:lnSpc>
                <a:spcPts val="3387"/>
              </a:lnSpc>
              <a:buFont typeface="Wingdings" panose="05000000000000000000" pitchFamily="2" charset="2"/>
              <a:buChar char="Ø"/>
            </a:pPr>
            <a:r>
              <a:rPr lang="en-US" sz="2419" spc="101" dirty="0">
                <a:solidFill>
                  <a:srgbClr val="FFFFFF"/>
                </a:solidFill>
                <a:latin typeface="Telegraf"/>
                <a:ea typeface="Telegraf"/>
                <a:cs typeface="Telegraf"/>
                <a:sym typeface="Telegraf"/>
              </a:rPr>
              <a:t>Displays the generated report</a:t>
            </a:r>
          </a:p>
          <a:p>
            <a:pPr marL="457200" lvl="0" indent="-457200" algn="l">
              <a:lnSpc>
                <a:spcPts val="3387"/>
              </a:lnSpc>
              <a:buFont typeface="+mj-lt"/>
              <a:buAutoNum type="arabicPeriod" startAt="6"/>
            </a:pPr>
            <a:r>
              <a:rPr lang="en-US" sz="2419" u="none" strike="noStrike" spc="101" dirty="0">
                <a:solidFill>
                  <a:srgbClr val="FFFFFF"/>
                </a:solidFill>
                <a:latin typeface="Telegraf"/>
                <a:ea typeface="Telegraf"/>
                <a:cs typeface="Telegraf"/>
                <a:sym typeface="Telegraf"/>
              </a:rPr>
              <a:t>Source Articles</a:t>
            </a:r>
            <a:endParaRPr lang="en-US" sz="2419" spc="101" dirty="0">
              <a:solidFill>
                <a:srgbClr val="FFFFFF"/>
              </a:solidFill>
              <a:latin typeface="Telegraf"/>
              <a:ea typeface="Telegraf"/>
              <a:cs typeface="Telegraf"/>
              <a:sym typeface="Telegraf"/>
            </a:endParaRPr>
          </a:p>
          <a:p>
            <a:pPr marL="342900" lvl="0" indent="-342900" algn="l">
              <a:lnSpc>
                <a:spcPts val="3387"/>
              </a:lnSpc>
              <a:buFont typeface="Arial" panose="020B0604020202020204" pitchFamily="34" charset="0"/>
              <a:buChar char="•"/>
            </a:pPr>
            <a:r>
              <a:rPr lang="en-US" sz="2419" u="none" strike="noStrike" spc="101" dirty="0">
                <a:solidFill>
                  <a:srgbClr val="FFFFFF"/>
                </a:solidFill>
                <a:latin typeface="Telegraf"/>
                <a:ea typeface="Telegraf"/>
                <a:cs typeface="Telegraf"/>
                <a:sym typeface="Telegraf"/>
              </a:rPr>
              <a:t>So</a:t>
            </a:r>
            <a:r>
              <a:rPr lang="en-US" sz="2419" spc="101" dirty="0">
                <a:solidFill>
                  <a:srgbClr val="FFFFFF"/>
                </a:solidFill>
                <a:latin typeface="Telegraf"/>
                <a:ea typeface="Telegraf"/>
                <a:cs typeface="Telegraf"/>
                <a:sym typeface="Telegraf"/>
              </a:rPr>
              <a:t>urce</a:t>
            </a:r>
          </a:p>
          <a:p>
            <a:pPr marL="342900" lvl="0" indent="-342900" algn="l">
              <a:lnSpc>
                <a:spcPts val="3387"/>
              </a:lnSpc>
              <a:buFont typeface="Arial" panose="020B0604020202020204" pitchFamily="34" charset="0"/>
              <a:buChar char="•"/>
            </a:pPr>
            <a:r>
              <a:rPr lang="en-US" sz="2419" u="none" strike="noStrike" spc="101" dirty="0">
                <a:solidFill>
                  <a:srgbClr val="FFFFFF"/>
                </a:solidFill>
                <a:latin typeface="Telegraf"/>
                <a:ea typeface="Telegraf"/>
                <a:cs typeface="Telegraf"/>
                <a:sym typeface="Telegraf"/>
              </a:rPr>
              <a:t>Data</a:t>
            </a:r>
          </a:p>
          <a:p>
            <a:pPr marL="342900" lvl="0" indent="-342900" algn="l">
              <a:lnSpc>
                <a:spcPts val="3387"/>
              </a:lnSpc>
              <a:buFont typeface="Arial" panose="020B0604020202020204" pitchFamily="34" charset="0"/>
              <a:buChar char="•"/>
            </a:pPr>
            <a:r>
              <a:rPr lang="en-US" sz="2419" spc="101" dirty="0">
                <a:solidFill>
                  <a:srgbClr val="FFFFFF"/>
                </a:solidFill>
                <a:latin typeface="Telegraf"/>
                <a:ea typeface="Telegraf"/>
                <a:cs typeface="Telegraf"/>
                <a:sym typeface="Telegraf"/>
              </a:rPr>
              <a:t>Description</a:t>
            </a:r>
          </a:p>
          <a:p>
            <a:pPr marL="342900" lvl="0" indent="-342900" algn="l">
              <a:lnSpc>
                <a:spcPts val="3387"/>
              </a:lnSpc>
              <a:buFont typeface="Arial" panose="020B0604020202020204" pitchFamily="34" charset="0"/>
              <a:buChar char="•"/>
            </a:pPr>
            <a:r>
              <a:rPr lang="en-US" sz="2419" u="none" strike="noStrike" spc="101" dirty="0">
                <a:solidFill>
                  <a:srgbClr val="FFFFFF"/>
                </a:solidFill>
                <a:latin typeface="Telegraf"/>
                <a:ea typeface="Telegraf"/>
                <a:cs typeface="Telegraf"/>
                <a:sym typeface="Telegraf"/>
              </a:rPr>
              <a:t>Article URL</a:t>
            </a:r>
          </a:p>
        </p:txBody>
      </p:sp>
      <p:sp>
        <p:nvSpPr>
          <p:cNvPr id="13" name="TextBox 13">
            <a:extLst>
              <a:ext uri="{FF2B5EF4-FFF2-40B4-BE49-F238E27FC236}">
                <a16:creationId xmlns:a16="http://schemas.microsoft.com/office/drawing/2014/main" id="{B06DC4E1-21B0-F801-0D8E-2091F17E9449}"/>
              </a:ext>
            </a:extLst>
          </p:cNvPr>
          <p:cNvSpPr txBox="1"/>
          <p:nvPr/>
        </p:nvSpPr>
        <p:spPr>
          <a:xfrm>
            <a:off x="1028700" y="1028700"/>
            <a:ext cx="8053372" cy="1015214"/>
          </a:xfrm>
          <a:prstGeom prst="rect">
            <a:avLst/>
          </a:prstGeom>
        </p:spPr>
        <p:txBody>
          <a:bodyPr lIns="0" tIns="0" rIns="0" bIns="0" rtlCol="0" anchor="t">
            <a:spAutoFit/>
          </a:bodyPr>
          <a:lstStyle/>
          <a:p>
            <a:pPr algn="l">
              <a:lnSpc>
                <a:spcPts val="8329"/>
              </a:lnSpc>
            </a:pPr>
            <a:r>
              <a:rPr lang="en-US" sz="6407" dirty="0" err="1">
                <a:solidFill>
                  <a:srgbClr val="FFFFFF"/>
                </a:solidFill>
                <a:latin typeface="Telegraf"/>
                <a:ea typeface="Telegraf"/>
                <a:cs typeface="Telegraf"/>
                <a:sym typeface="Telegraf"/>
              </a:rPr>
              <a:t>Streamlit</a:t>
            </a:r>
            <a:r>
              <a:rPr lang="en-US" sz="6407" dirty="0">
                <a:solidFill>
                  <a:srgbClr val="FFFFFF"/>
                </a:solidFill>
                <a:latin typeface="Telegraf"/>
                <a:ea typeface="Telegraf"/>
                <a:cs typeface="Telegraf"/>
                <a:sym typeface="Telegraf"/>
              </a:rPr>
              <a:t> Application</a:t>
            </a:r>
          </a:p>
        </p:txBody>
      </p:sp>
      <p:pic>
        <p:nvPicPr>
          <p:cNvPr id="16" name="Picture 15">
            <a:extLst>
              <a:ext uri="{FF2B5EF4-FFF2-40B4-BE49-F238E27FC236}">
                <a16:creationId xmlns:a16="http://schemas.microsoft.com/office/drawing/2014/main" id="{82435CEE-040C-FFDD-598E-F98068494E12}"/>
              </a:ext>
            </a:extLst>
          </p:cNvPr>
          <p:cNvPicPr>
            <a:picLocks noChangeAspect="1"/>
          </p:cNvPicPr>
          <p:nvPr/>
        </p:nvPicPr>
        <p:blipFill>
          <a:blip r:embed="rId3"/>
          <a:stretch>
            <a:fillRect/>
          </a:stretch>
        </p:blipFill>
        <p:spPr>
          <a:xfrm>
            <a:off x="0" y="10659"/>
            <a:ext cx="2819400" cy="931819"/>
          </a:xfrm>
          <a:prstGeom prst="rect">
            <a:avLst/>
          </a:prstGeom>
        </p:spPr>
      </p:pic>
      <p:pic>
        <p:nvPicPr>
          <p:cNvPr id="18" name="Picture 17">
            <a:extLst>
              <a:ext uri="{FF2B5EF4-FFF2-40B4-BE49-F238E27FC236}">
                <a16:creationId xmlns:a16="http://schemas.microsoft.com/office/drawing/2014/main" id="{8E2DEED9-D880-8E13-5C92-BD703685CA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09711" y="2130136"/>
            <a:ext cx="8825889" cy="3889664"/>
          </a:xfrm>
          <a:prstGeom prst="rect">
            <a:avLst/>
          </a:prstGeom>
        </p:spPr>
      </p:pic>
      <p:pic>
        <p:nvPicPr>
          <p:cNvPr id="20" name="Picture 19">
            <a:extLst>
              <a:ext uri="{FF2B5EF4-FFF2-40B4-BE49-F238E27FC236}">
                <a16:creationId xmlns:a16="http://schemas.microsoft.com/office/drawing/2014/main" id="{FEF3C204-C65E-71AE-7864-94C32DFA34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09711" y="6130636"/>
            <a:ext cx="8825889" cy="3889664"/>
          </a:xfrm>
          <a:prstGeom prst="rect">
            <a:avLst/>
          </a:prstGeom>
        </p:spPr>
      </p:pic>
    </p:spTree>
    <p:extLst>
      <p:ext uri="{BB962C8B-B14F-4D97-AF65-F5344CB8AC3E}">
        <p14:creationId xmlns:p14="http://schemas.microsoft.com/office/powerpoint/2010/main" val="1496536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1028700" y="1278444"/>
            <a:ext cx="16230600" cy="1370119"/>
          </a:xfrm>
          <a:prstGeom prst="rect">
            <a:avLst/>
          </a:prstGeom>
        </p:spPr>
        <p:txBody>
          <a:bodyPr wrap="square" lIns="0" tIns="0" rIns="0" bIns="0" rtlCol="0" anchor="t">
            <a:spAutoFit/>
          </a:bodyPr>
          <a:lstStyle/>
          <a:p>
            <a:pPr algn="l">
              <a:lnSpc>
                <a:spcPts val="11248"/>
              </a:lnSpc>
            </a:pPr>
            <a:r>
              <a:rPr lang="en-US" sz="8000" dirty="0">
                <a:solidFill>
                  <a:srgbClr val="FFFFFF"/>
                </a:solidFill>
                <a:latin typeface="Telegraf"/>
                <a:ea typeface="Telegraf"/>
                <a:cs typeface="Telegraf"/>
                <a:sym typeface="Telegraf"/>
              </a:rPr>
              <a:t>Testing &amp; Validation</a:t>
            </a:r>
          </a:p>
        </p:txBody>
      </p:sp>
      <p:sp>
        <p:nvSpPr>
          <p:cNvPr id="4" name="TextBox 4"/>
          <p:cNvSpPr txBox="1"/>
          <p:nvPr/>
        </p:nvSpPr>
        <p:spPr>
          <a:xfrm>
            <a:off x="1028700" y="2915265"/>
            <a:ext cx="16230600" cy="861774"/>
          </a:xfrm>
          <a:prstGeom prst="rect">
            <a:avLst/>
          </a:prstGeom>
        </p:spPr>
        <p:txBody>
          <a:bodyPr wrap="square" lIns="0" tIns="0" rIns="0" bIns="0" rtlCol="0" anchor="t">
            <a:spAutoFit/>
          </a:bodyPr>
          <a:lstStyle/>
          <a:p>
            <a:pPr lvl="0"/>
            <a:r>
              <a:rPr lang="en-IN" sz="2800" dirty="0">
                <a:solidFill>
                  <a:schemeClr val="bg1"/>
                </a:solidFill>
                <a:latin typeface="Telegraf" panose="020B0604020202020204" charset="0"/>
              </a:rPr>
              <a:t>“Testing is performed across different categories instead of testing only one location. This verifies that the application is generic rather than being designed for a particular example.”</a:t>
            </a:r>
            <a:endParaRPr lang="en-US" sz="2484" u="none" strike="noStrike" spc="104" dirty="0">
              <a:solidFill>
                <a:schemeClr val="bg1"/>
              </a:solidFill>
              <a:latin typeface="Telegraf" panose="020B0604020202020204" charset="0"/>
              <a:ea typeface="Telegraf"/>
              <a:cs typeface="Telegraf"/>
              <a:sym typeface="Telegraf"/>
            </a:endParaRPr>
          </a:p>
        </p:txBody>
      </p:sp>
      <p:graphicFrame>
        <p:nvGraphicFramePr>
          <p:cNvPr id="33" name="Table 32">
            <a:extLst>
              <a:ext uri="{FF2B5EF4-FFF2-40B4-BE49-F238E27FC236}">
                <a16:creationId xmlns:a16="http://schemas.microsoft.com/office/drawing/2014/main" id="{07D02885-60FE-9009-2211-89901960D2EE}"/>
              </a:ext>
            </a:extLst>
          </p:cNvPr>
          <p:cNvGraphicFramePr>
            <a:graphicFrameLocks noGrp="1"/>
          </p:cNvGraphicFramePr>
          <p:nvPr>
            <p:extLst>
              <p:ext uri="{D42A27DB-BD31-4B8C-83A1-F6EECF244321}">
                <p14:modId xmlns:p14="http://schemas.microsoft.com/office/powerpoint/2010/main" val="2877768750"/>
              </p:ext>
            </p:extLst>
          </p:nvPr>
        </p:nvGraphicFramePr>
        <p:xfrm>
          <a:off x="1028700" y="4091296"/>
          <a:ext cx="7886700" cy="5929002"/>
        </p:xfrm>
        <a:graphic>
          <a:graphicData uri="http://schemas.openxmlformats.org/drawingml/2006/table">
            <a:tbl>
              <a:tblPr firstRow="1" bandRow="1">
                <a:tableStyleId>{5C22544A-7EE6-4342-B048-85BDC9FD1C3A}</a:tableStyleId>
              </a:tblPr>
              <a:tblGrid>
                <a:gridCol w="3943350">
                  <a:extLst>
                    <a:ext uri="{9D8B030D-6E8A-4147-A177-3AD203B41FA5}">
                      <a16:colId xmlns:a16="http://schemas.microsoft.com/office/drawing/2014/main" val="2872114568"/>
                    </a:ext>
                  </a:extLst>
                </a:gridCol>
                <a:gridCol w="3943350">
                  <a:extLst>
                    <a:ext uri="{9D8B030D-6E8A-4147-A177-3AD203B41FA5}">
                      <a16:colId xmlns:a16="http://schemas.microsoft.com/office/drawing/2014/main" val="1016289654"/>
                    </a:ext>
                  </a:extLst>
                </a:gridCol>
              </a:tblGrid>
              <a:tr h="658778">
                <a:tc>
                  <a:txBody>
                    <a:bodyPr/>
                    <a:lstStyle/>
                    <a:p>
                      <a:pPr algn="l"/>
                      <a:r>
                        <a:rPr lang="en-IN" sz="2400" dirty="0">
                          <a:solidFill>
                            <a:schemeClr val="bg1"/>
                          </a:solidFill>
                          <a:latin typeface="Telegraf" panose="020B0604020202020204" charset="0"/>
                        </a:rPr>
                        <a:t>Test</a:t>
                      </a:r>
                    </a:p>
                  </a:txBody>
                  <a:tcPr>
                    <a:noFill/>
                  </a:tcPr>
                </a:tc>
                <a:tc>
                  <a:txBody>
                    <a:bodyPr/>
                    <a:lstStyle/>
                    <a:p>
                      <a:pPr algn="l"/>
                      <a:r>
                        <a:rPr lang="en-IN" sz="2400" dirty="0">
                          <a:solidFill>
                            <a:schemeClr val="bg1"/>
                          </a:solidFill>
                          <a:latin typeface="Telegraf" panose="020B0604020202020204" charset="0"/>
                        </a:rPr>
                        <a:t>Example</a:t>
                      </a:r>
                    </a:p>
                  </a:txBody>
                  <a:tcPr>
                    <a:noFill/>
                  </a:tcPr>
                </a:tc>
                <a:extLst>
                  <a:ext uri="{0D108BD9-81ED-4DB2-BD59-A6C34878D82A}">
                    <a16:rowId xmlns:a16="http://schemas.microsoft.com/office/drawing/2014/main" val="1840120610"/>
                  </a:ext>
                </a:extLst>
              </a:tr>
              <a:tr h="658778">
                <a:tc>
                  <a:txBody>
                    <a:bodyPr/>
                    <a:lstStyle/>
                    <a:p>
                      <a:r>
                        <a:rPr lang="en-IN" sz="2400" dirty="0">
                          <a:solidFill>
                            <a:schemeClr val="bg1"/>
                          </a:solidFill>
                          <a:latin typeface="Telegraf" panose="020B0604020202020204" charset="0"/>
                        </a:rPr>
                        <a:t>Location</a:t>
                      </a:r>
                    </a:p>
                  </a:txBody>
                  <a:tcPr>
                    <a:noFill/>
                  </a:tcPr>
                </a:tc>
                <a:tc>
                  <a:txBody>
                    <a:bodyPr/>
                    <a:lstStyle/>
                    <a:p>
                      <a:r>
                        <a:rPr lang="en-IN" sz="2400" dirty="0">
                          <a:solidFill>
                            <a:schemeClr val="bg1"/>
                          </a:solidFill>
                          <a:latin typeface="Telegraf" panose="020B0604020202020204" charset="0"/>
                        </a:rPr>
                        <a:t>Tokyo</a:t>
                      </a:r>
                    </a:p>
                  </a:txBody>
                  <a:tcPr>
                    <a:noFill/>
                  </a:tcPr>
                </a:tc>
                <a:extLst>
                  <a:ext uri="{0D108BD9-81ED-4DB2-BD59-A6C34878D82A}">
                    <a16:rowId xmlns:a16="http://schemas.microsoft.com/office/drawing/2014/main" val="452321105"/>
                  </a:ext>
                </a:extLst>
              </a:tr>
              <a:tr h="658778">
                <a:tc>
                  <a:txBody>
                    <a:bodyPr/>
                    <a:lstStyle/>
                    <a:p>
                      <a:r>
                        <a:rPr lang="en-IN" sz="2400" dirty="0">
                          <a:solidFill>
                            <a:schemeClr val="bg1"/>
                          </a:solidFill>
                          <a:latin typeface="Telegraf" panose="020B0604020202020204" charset="0"/>
                        </a:rPr>
                        <a:t>Country</a:t>
                      </a:r>
                    </a:p>
                  </a:txBody>
                  <a:tcPr>
                    <a:noFill/>
                  </a:tcPr>
                </a:tc>
                <a:tc>
                  <a:txBody>
                    <a:bodyPr/>
                    <a:lstStyle/>
                    <a:p>
                      <a:r>
                        <a:rPr lang="en-IN" sz="2400" dirty="0">
                          <a:solidFill>
                            <a:schemeClr val="bg1"/>
                          </a:solidFill>
                          <a:latin typeface="Telegraf" panose="020B0604020202020204" charset="0"/>
                        </a:rPr>
                        <a:t>Japan</a:t>
                      </a:r>
                    </a:p>
                  </a:txBody>
                  <a:tcPr>
                    <a:noFill/>
                  </a:tcPr>
                </a:tc>
                <a:extLst>
                  <a:ext uri="{0D108BD9-81ED-4DB2-BD59-A6C34878D82A}">
                    <a16:rowId xmlns:a16="http://schemas.microsoft.com/office/drawing/2014/main" val="1571324714"/>
                  </a:ext>
                </a:extLst>
              </a:tr>
              <a:tr h="658778">
                <a:tc>
                  <a:txBody>
                    <a:bodyPr/>
                    <a:lstStyle/>
                    <a:p>
                      <a:r>
                        <a:rPr lang="en-IN" sz="2400" dirty="0">
                          <a:solidFill>
                            <a:schemeClr val="bg1"/>
                          </a:solidFill>
                          <a:latin typeface="Telegraf" panose="020B0604020202020204" charset="0"/>
                        </a:rPr>
                        <a:t>City</a:t>
                      </a:r>
                    </a:p>
                  </a:txBody>
                  <a:tcPr>
                    <a:noFill/>
                  </a:tcPr>
                </a:tc>
                <a:tc>
                  <a:txBody>
                    <a:bodyPr/>
                    <a:lstStyle/>
                    <a:p>
                      <a:r>
                        <a:rPr lang="en-IN" sz="2400" dirty="0">
                          <a:solidFill>
                            <a:schemeClr val="bg1"/>
                          </a:solidFill>
                          <a:latin typeface="Telegraf" panose="020B0604020202020204" charset="0"/>
                        </a:rPr>
                        <a:t>London</a:t>
                      </a:r>
                    </a:p>
                  </a:txBody>
                  <a:tcPr>
                    <a:noFill/>
                  </a:tcPr>
                </a:tc>
                <a:extLst>
                  <a:ext uri="{0D108BD9-81ED-4DB2-BD59-A6C34878D82A}">
                    <a16:rowId xmlns:a16="http://schemas.microsoft.com/office/drawing/2014/main" val="2589835025"/>
                  </a:ext>
                </a:extLst>
              </a:tr>
              <a:tr h="658778">
                <a:tc>
                  <a:txBody>
                    <a:bodyPr/>
                    <a:lstStyle/>
                    <a:p>
                      <a:r>
                        <a:rPr lang="en-IN" sz="2400" dirty="0">
                          <a:solidFill>
                            <a:schemeClr val="bg1"/>
                          </a:solidFill>
                          <a:latin typeface="Telegraf" panose="020B0604020202020204" charset="0"/>
                        </a:rPr>
                        <a:t>Disaster</a:t>
                      </a:r>
                    </a:p>
                  </a:txBody>
                  <a:tcPr>
                    <a:noFill/>
                  </a:tcPr>
                </a:tc>
                <a:tc>
                  <a:txBody>
                    <a:bodyPr/>
                    <a:lstStyle/>
                    <a:p>
                      <a:r>
                        <a:rPr lang="en-IN" sz="2400" dirty="0">
                          <a:solidFill>
                            <a:schemeClr val="bg1"/>
                          </a:solidFill>
                          <a:latin typeface="Telegraf" panose="020B0604020202020204" charset="0"/>
                        </a:rPr>
                        <a:t>Earthquake in Japan</a:t>
                      </a:r>
                    </a:p>
                  </a:txBody>
                  <a:tcPr>
                    <a:noFill/>
                  </a:tcPr>
                </a:tc>
                <a:extLst>
                  <a:ext uri="{0D108BD9-81ED-4DB2-BD59-A6C34878D82A}">
                    <a16:rowId xmlns:a16="http://schemas.microsoft.com/office/drawing/2014/main" val="3189186865"/>
                  </a:ext>
                </a:extLst>
              </a:tr>
              <a:tr h="658778">
                <a:tc>
                  <a:txBody>
                    <a:bodyPr/>
                    <a:lstStyle/>
                    <a:p>
                      <a:r>
                        <a:rPr lang="en-IN" sz="2400" dirty="0">
                          <a:solidFill>
                            <a:schemeClr val="bg1"/>
                          </a:solidFill>
                          <a:latin typeface="Telegraf" panose="020B0604020202020204" charset="0"/>
                        </a:rPr>
                        <a:t>Company</a:t>
                      </a:r>
                    </a:p>
                  </a:txBody>
                  <a:tcPr>
                    <a:noFill/>
                  </a:tcPr>
                </a:tc>
                <a:tc>
                  <a:txBody>
                    <a:bodyPr/>
                    <a:lstStyle/>
                    <a:p>
                      <a:r>
                        <a:rPr lang="en-IN" sz="2400" dirty="0">
                          <a:solidFill>
                            <a:schemeClr val="bg1"/>
                          </a:solidFill>
                          <a:latin typeface="Telegraf" panose="020B0604020202020204" charset="0"/>
                        </a:rPr>
                        <a:t>Tesla</a:t>
                      </a:r>
                    </a:p>
                  </a:txBody>
                  <a:tcPr>
                    <a:noFill/>
                  </a:tcPr>
                </a:tc>
                <a:extLst>
                  <a:ext uri="{0D108BD9-81ED-4DB2-BD59-A6C34878D82A}">
                    <a16:rowId xmlns:a16="http://schemas.microsoft.com/office/drawing/2014/main" val="1869614812"/>
                  </a:ext>
                </a:extLst>
              </a:tr>
              <a:tr h="658778">
                <a:tc>
                  <a:txBody>
                    <a:bodyPr/>
                    <a:lstStyle/>
                    <a:p>
                      <a:r>
                        <a:rPr lang="en-IN" sz="2400" dirty="0">
                          <a:solidFill>
                            <a:schemeClr val="bg1"/>
                          </a:solidFill>
                          <a:latin typeface="Telegraf" panose="020B0604020202020204" charset="0"/>
                        </a:rPr>
                        <a:t>Technology</a:t>
                      </a:r>
                    </a:p>
                  </a:txBody>
                  <a:tcPr>
                    <a:noFill/>
                  </a:tcPr>
                </a:tc>
                <a:tc>
                  <a:txBody>
                    <a:bodyPr/>
                    <a:lstStyle/>
                    <a:p>
                      <a:r>
                        <a:rPr lang="en-IN" sz="2400" dirty="0">
                          <a:solidFill>
                            <a:schemeClr val="bg1"/>
                          </a:solidFill>
                          <a:latin typeface="Telegraf" panose="020B0604020202020204" charset="0"/>
                        </a:rPr>
                        <a:t>Artificial Intelligence</a:t>
                      </a:r>
                    </a:p>
                  </a:txBody>
                  <a:tcPr>
                    <a:noFill/>
                  </a:tcPr>
                </a:tc>
                <a:extLst>
                  <a:ext uri="{0D108BD9-81ED-4DB2-BD59-A6C34878D82A}">
                    <a16:rowId xmlns:a16="http://schemas.microsoft.com/office/drawing/2014/main" val="3844113699"/>
                  </a:ext>
                </a:extLst>
              </a:tr>
              <a:tr h="658778">
                <a:tc>
                  <a:txBody>
                    <a:bodyPr/>
                    <a:lstStyle/>
                    <a:p>
                      <a:r>
                        <a:rPr lang="en-IN" sz="2400" dirty="0">
                          <a:solidFill>
                            <a:schemeClr val="bg1"/>
                          </a:solidFill>
                          <a:latin typeface="Telegraf" panose="020B0604020202020204" charset="0"/>
                        </a:rPr>
                        <a:t>Economy</a:t>
                      </a:r>
                    </a:p>
                  </a:txBody>
                  <a:tcPr>
                    <a:noFill/>
                  </a:tcPr>
                </a:tc>
                <a:tc>
                  <a:txBody>
                    <a:bodyPr/>
                    <a:lstStyle/>
                    <a:p>
                      <a:r>
                        <a:rPr lang="en-IN" sz="2400" dirty="0">
                          <a:solidFill>
                            <a:schemeClr val="bg1"/>
                          </a:solidFill>
                          <a:latin typeface="Telegraf" panose="020B0604020202020204" charset="0"/>
                        </a:rPr>
                        <a:t>Global economy</a:t>
                      </a:r>
                    </a:p>
                  </a:txBody>
                  <a:tcPr>
                    <a:noFill/>
                  </a:tcPr>
                </a:tc>
                <a:extLst>
                  <a:ext uri="{0D108BD9-81ED-4DB2-BD59-A6C34878D82A}">
                    <a16:rowId xmlns:a16="http://schemas.microsoft.com/office/drawing/2014/main" val="2938622484"/>
                  </a:ext>
                </a:extLst>
              </a:tr>
              <a:tr h="658778">
                <a:tc>
                  <a:txBody>
                    <a:bodyPr/>
                    <a:lstStyle/>
                    <a:p>
                      <a:r>
                        <a:rPr lang="en-IN" sz="2400" dirty="0">
                          <a:solidFill>
                            <a:schemeClr val="bg1"/>
                          </a:solidFill>
                          <a:latin typeface="Telegraf" panose="020B0604020202020204" charset="0"/>
                        </a:rPr>
                        <a:t>General News</a:t>
                      </a:r>
                    </a:p>
                  </a:txBody>
                  <a:tcPr>
                    <a:noFill/>
                  </a:tcPr>
                </a:tc>
                <a:tc>
                  <a:txBody>
                    <a:bodyPr/>
                    <a:lstStyle/>
                    <a:p>
                      <a:r>
                        <a:rPr lang="en-IN" sz="2400" dirty="0">
                          <a:solidFill>
                            <a:schemeClr val="bg1"/>
                          </a:solidFill>
                          <a:latin typeface="Telegraf" panose="020B0604020202020204" charset="0"/>
                        </a:rPr>
                        <a:t>Latest News</a:t>
                      </a:r>
                    </a:p>
                  </a:txBody>
                  <a:tcPr>
                    <a:noFill/>
                  </a:tcPr>
                </a:tc>
                <a:extLst>
                  <a:ext uri="{0D108BD9-81ED-4DB2-BD59-A6C34878D82A}">
                    <a16:rowId xmlns:a16="http://schemas.microsoft.com/office/drawing/2014/main" val="2675991105"/>
                  </a:ext>
                </a:extLst>
              </a:tr>
            </a:tbl>
          </a:graphicData>
        </a:graphic>
      </p:graphicFrame>
      <p:sp>
        <p:nvSpPr>
          <p:cNvPr id="34" name="Rectangle 33">
            <a:extLst>
              <a:ext uri="{FF2B5EF4-FFF2-40B4-BE49-F238E27FC236}">
                <a16:creationId xmlns:a16="http://schemas.microsoft.com/office/drawing/2014/main" id="{BF27C86A-0EDA-D985-42D9-5D1DF5F289C6}"/>
              </a:ext>
            </a:extLst>
          </p:cNvPr>
          <p:cNvSpPr/>
          <p:nvPr/>
        </p:nvSpPr>
        <p:spPr>
          <a:xfrm>
            <a:off x="9372600" y="4091296"/>
            <a:ext cx="7886700" cy="59290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dirty="0">
                <a:latin typeface="Telegraf" panose="020B0604020202020204" charset="0"/>
              </a:rPr>
              <a:t>Functional checks</a:t>
            </a:r>
          </a:p>
          <a:p>
            <a:endParaRPr lang="en-IN" sz="2400" dirty="0">
              <a:latin typeface="Telegraf" panose="020B0604020202020204" charset="0"/>
            </a:endParaRPr>
          </a:p>
          <a:p>
            <a:pPr marL="285750" indent="-285750">
              <a:buFont typeface="Arial" panose="020B0604020202020204" pitchFamily="34" charset="0"/>
              <a:buChar char="•"/>
            </a:pPr>
            <a:r>
              <a:rPr lang="en-IN" sz="2400" dirty="0">
                <a:latin typeface="Telegraf" panose="020B0604020202020204" charset="0"/>
              </a:rPr>
              <a:t>Query accepted</a:t>
            </a:r>
          </a:p>
          <a:p>
            <a:pPr marL="285750" indent="-285750">
              <a:buFont typeface="Arial" panose="020B0604020202020204" pitchFamily="34" charset="0"/>
              <a:buChar char="•"/>
            </a:pPr>
            <a:r>
              <a:rPr lang="en-IN" sz="2400" dirty="0">
                <a:latin typeface="Telegraf" panose="020B0604020202020204" charset="0"/>
              </a:rPr>
              <a:t>Query analysed</a:t>
            </a:r>
          </a:p>
          <a:p>
            <a:pPr marL="285750" indent="-285750">
              <a:buFont typeface="Arial" panose="020B0604020202020204" pitchFamily="34" charset="0"/>
              <a:buChar char="•"/>
            </a:pPr>
            <a:r>
              <a:rPr lang="en-IN" sz="2400" dirty="0">
                <a:latin typeface="Telegraf" panose="020B0604020202020204" charset="0"/>
              </a:rPr>
              <a:t>Location extracted</a:t>
            </a:r>
          </a:p>
          <a:p>
            <a:pPr marL="285750" indent="-285750">
              <a:buFont typeface="Arial" panose="020B0604020202020204" pitchFamily="34" charset="0"/>
              <a:buChar char="•"/>
            </a:pPr>
            <a:r>
              <a:rPr lang="en-IN" sz="2400" dirty="0">
                <a:latin typeface="Telegraf" panose="020B0604020202020204" charset="0"/>
              </a:rPr>
              <a:t>Search queries generated</a:t>
            </a:r>
          </a:p>
          <a:p>
            <a:pPr marL="285750" indent="-285750">
              <a:buFont typeface="Arial" panose="020B0604020202020204" pitchFamily="34" charset="0"/>
              <a:buChar char="•"/>
            </a:pPr>
            <a:r>
              <a:rPr lang="en-IN" sz="2400" dirty="0" err="1">
                <a:latin typeface="Telegraf" panose="020B0604020202020204" charset="0"/>
              </a:rPr>
              <a:t>NewsAPI</a:t>
            </a:r>
            <a:r>
              <a:rPr lang="en-IN" sz="2400" dirty="0">
                <a:latin typeface="Telegraf" panose="020B0604020202020204" charset="0"/>
              </a:rPr>
              <a:t> called</a:t>
            </a:r>
          </a:p>
          <a:p>
            <a:pPr marL="285750" indent="-285750">
              <a:buFont typeface="Arial" panose="020B0604020202020204" pitchFamily="34" charset="0"/>
              <a:buChar char="•"/>
            </a:pPr>
            <a:r>
              <a:rPr lang="en-IN" sz="2400" dirty="0">
                <a:latin typeface="Telegraf" panose="020B0604020202020204" charset="0"/>
              </a:rPr>
              <a:t>Articles retrieved</a:t>
            </a:r>
          </a:p>
          <a:p>
            <a:pPr marL="285750" indent="-285750">
              <a:buFont typeface="Arial" panose="020B0604020202020204" pitchFamily="34" charset="0"/>
              <a:buChar char="•"/>
            </a:pPr>
            <a:r>
              <a:rPr lang="en-IN" sz="2400" dirty="0">
                <a:latin typeface="Telegraf" panose="020B0604020202020204" charset="0"/>
              </a:rPr>
              <a:t>Duplicate articles removed</a:t>
            </a:r>
          </a:p>
          <a:p>
            <a:pPr marL="285750" indent="-285750">
              <a:buFont typeface="Arial" panose="020B0604020202020204" pitchFamily="34" charset="0"/>
              <a:buChar char="•"/>
            </a:pPr>
            <a:r>
              <a:rPr lang="en-IN" sz="2400" dirty="0">
                <a:latin typeface="Telegraf" panose="020B0604020202020204" charset="0"/>
              </a:rPr>
              <a:t>AI report generated</a:t>
            </a:r>
          </a:p>
          <a:p>
            <a:pPr marL="285750" indent="-285750">
              <a:buFont typeface="Arial" panose="020B0604020202020204" pitchFamily="34" charset="0"/>
              <a:buChar char="•"/>
            </a:pPr>
            <a:r>
              <a:rPr lang="en-IN" sz="2400" dirty="0">
                <a:latin typeface="Telegraf" panose="020B0604020202020204" charset="0"/>
              </a:rPr>
              <a:t>Source links displayed</a:t>
            </a:r>
          </a:p>
          <a:p>
            <a:pPr marL="285750" indent="-285750">
              <a:buFont typeface="Arial" panose="020B0604020202020204" pitchFamily="34" charset="0"/>
              <a:buChar char="•"/>
            </a:pPr>
            <a:r>
              <a:rPr lang="en-IN" sz="2400" dirty="0">
                <a:latin typeface="Telegraf" panose="020B0604020202020204" charset="0"/>
              </a:rPr>
              <a:t>Empty query handled</a:t>
            </a:r>
          </a:p>
          <a:p>
            <a:pPr marL="285750" indent="-285750">
              <a:buFont typeface="Arial" panose="020B0604020202020204" pitchFamily="34" charset="0"/>
              <a:buChar char="•"/>
            </a:pPr>
            <a:r>
              <a:rPr lang="en-IN" sz="2400" dirty="0">
                <a:latin typeface="Telegraf" panose="020B0604020202020204" charset="0"/>
              </a:rPr>
              <a:t>No-result condition handles</a:t>
            </a:r>
          </a:p>
          <a:p>
            <a:pPr marL="285750" indent="-285750">
              <a:buFont typeface="Arial" panose="020B0604020202020204" pitchFamily="34" charset="0"/>
              <a:buChar char="•"/>
            </a:pPr>
            <a:endParaRPr lang="en-IN" sz="2400" dirty="0">
              <a:latin typeface="Telegraf" panose="020B0604020202020204" charset="0"/>
            </a:endParaRPr>
          </a:p>
          <a:p>
            <a:endParaRPr lang="en-IN" sz="2400" dirty="0">
              <a:latin typeface="Telegraf" panose="020B0604020202020204" charset="0"/>
            </a:endParaRPr>
          </a:p>
        </p:txBody>
      </p:sp>
      <p:pic>
        <p:nvPicPr>
          <p:cNvPr id="36" name="Picture 35">
            <a:extLst>
              <a:ext uri="{FF2B5EF4-FFF2-40B4-BE49-F238E27FC236}">
                <a16:creationId xmlns:a16="http://schemas.microsoft.com/office/drawing/2014/main" id="{070CBEFB-259D-AB17-0A0C-3E709AEF4749}"/>
              </a:ext>
            </a:extLst>
          </p:cNvPr>
          <p:cNvPicPr>
            <a:picLocks noChangeAspect="1"/>
          </p:cNvPicPr>
          <p:nvPr/>
        </p:nvPicPr>
        <p:blipFill>
          <a:blip r:embed="rId3"/>
          <a:stretch>
            <a:fillRect/>
          </a:stretch>
        </p:blipFill>
        <p:spPr>
          <a:xfrm>
            <a:off x="0" y="10659"/>
            <a:ext cx="2819400" cy="93181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25665-0CD6-1FBE-4FEB-D9971A9A014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F5CAEC5-B66C-A06D-3F89-2005DB6D9E1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a:extLst>
              <a:ext uri="{FF2B5EF4-FFF2-40B4-BE49-F238E27FC236}">
                <a16:creationId xmlns:a16="http://schemas.microsoft.com/office/drawing/2014/main" id="{6E830383-F19C-0419-1B6C-6FF8FF8F18AE}"/>
              </a:ext>
            </a:extLst>
          </p:cNvPr>
          <p:cNvSpPr txBox="1"/>
          <p:nvPr/>
        </p:nvSpPr>
        <p:spPr>
          <a:xfrm>
            <a:off x="1028700" y="953137"/>
            <a:ext cx="16230600" cy="1370119"/>
          </a:xfrm>
          <a:prstGeom prst="rect">
            <a:avLst/>
          </a:prstGeom>
        </p:spPr>
        <p:txBody>
          <a:bodyPr wrap="square" lIns="0" tIns="0" rIns="0" bIns="0" rtlCol="0" anchor="t">
            <a:spAutoFit/>
          </a:bodyPr>
          <a:lstStyle/>
          <a:p>
            <a:pPr algn="l">
              <a:lnSpc>
                <a:spcPts val="11248"/>
              </a:lnSpc>
            </a:pPr>
            <a:r>
              <a:rPr lang="en-US" sz="8000" dirty="0">
                <a:solidFill>
                  <a:srgbClr val="FFFFFF"/>
                </a:solidFill>
                <a:latin typeface="Telegraf"/>
                <a:ea typeface="Telegraf"/>
                <a:cs typeface="Telegraf"/>
                <a:sym typeface="Telegraf"/>
              </a:rPr>
              <a:t>Challenges &amp; Solutions</a:t>
            </a:r>
          </a:p>
        </p:txBody>
      </p:sp>
      <p:sp>
        <p:nvSpPr>
          <p:cNvPr id="4" name="TextBox 4">
            <a:extLst>
              <a:ext uri="{FF2B5EF4-FFF2-40B4-BE49-F238E27FC236}">
                <a16:creationId xmlns:a16="http://schemas.microsoft.com/office/drawing/2014/main" id="{3F704496-8599-0088-10B2-B7EFB815622D}"/>
              </a:ext>
            </a:extLst>
          </p:cNvPr>
          <p:cNvSpPr txBox="1"/>
          <p:nvPr/>
        </p:nvSpPr>
        <p:spPr>
          <a:xfrm>
            <a:off x="1028700" y="2333915"/>
            <a:ext cx="16230600" cy="1107996"/>
          </a:xfrm>
          <a:prstGeom prst="rect">
            <a:avLst/>
          </a:prstGeom>
        </p:spPr>
        <p:txBody>
          <a:bodyPr wrap="square" lIns="0" tIns="0" rIns="0" bIns="0" rtlCol="0" anchor="t">
            <a:spAutoFit/>
          </a:bodyPr>
          <a:lstStyle/>
          <a:p>
            <a:pPr lvl="0"/>
            <a:r>
              <a:rPr lang="en-IN" sz="2400" dirty="0">
                <a:solidFill>
                  <a:schemeClr val="bg1"/>
                </a:solidFill>
                <a:latin typeface="Telegraf" panose="020B0604020202020204" charset="0"/>
              </a:rPr>
              <a:t>“One of the major technical challenges was that the latest </a:t>
            </a:r>
            <a:r>
              <a:rPr lang="en-IN" sz="2400" dirty="0" err="1">
                <a:solidFill>
                  <a:schemeClr val="bg1"/>
                </a:solidFill>
                <a:latin typeface="Telegraf" panose="020B0604020202020204" charset="0"/>
              </a:rPr>
              <a:t>LangChain</a:t>
            </a:r>
            <a:r>
              <a:rPr lang="en-IN" sz="2400" dirty="0">
                <a:solidFill>
                  <a:schemeClr val="bg1"/>
                </a:solidFill>
                <a:latin typeface="Telegraf" panose="020B0604020202020204" charset="0"/>
              </a:rPr>
              <a:t> version differs from older examples. Instead of using the deprecated </a:t>
            </a:r>
            <a:r>
              <a:rPr lang="en-IN" sz="2400" dirty="0" err="1">
                <a:solidFill>
                  <a:schemeClr val="bg1"/>
                </a:solidFill>
                <a:latin typeface="Telegraf" panose="020B0604020202020204" charset="0"/>
              </a:rPr>
              <a:t>LLMChain</a:t>
            </a:r>
            <a:r>
              <a:rPr lang="en-IN" sz="2400" dirty="0">
                <a:solidFill>
                  <a:schemeClr val="bg1"/>
                </a:solidFill>
                <a:latin typeface="Telegraf" panose="020B0604020202020204" charset="0"/>
              </a:rPr>
              <a:t> approach, the project uses </a:t>
            </a:r>
            <a:r>
              <a:rPr lang="en-IN" sz="2400" dirty="0" err="1">
                <a:solidFill>
                  <a:schemeClr val="bg1"/>
                </a:solidFill>
                <a:latin typeface="Telegraf" panose="020B0604020202020204" charset="0"/>
              </a:rPr>
              <a:t>PromptTemplate</a:t>
            </a:r>
            <a:r>
              <a:rPr lang="en-IN" sz="2400" dirty="0">
                <a:solidFill>
                  <a:schemeClr val="bg1"/>
                </a:solidFill>
                <a:latin typeface="Telegraf" panose="020B0604020202020204" charset="0"/>
              </a:rPr>
              <a:t> and the modern runnable pipeline.”</a:t>
            </a:r>
            <a:endParaRPr lang="en-US" sz="2400" u="none" strike="noStrike" spc="104" dirty="0">
              <a:solidFill>
                <a:schemeClr val="bg1"/>
              </a:solidFill>
              <a:latin typeface="Telegraf" panose="020B0604020202020204" charset="0"/>
              <a:ea typeface="Telegraf"/>
              <a:cs typeface="Telegraf"/>
              <a:sym typeface="Telegraf"/>
            </a:endParaRPr>
          </a:p>
        </p:txBody>
      </p:sp>
      <p:graphicFrame>
        <p:nvGraphicFramePr>
          <p:cNvPr id="33" name="Table 32">
            <a:extLst>
              <a:ext uri="{FF2B5EF4-FFF2-40B4-BE49-F238E27FC236}">
                <a16:creationId xmlns:a16="http://schemas.microsoft.com/office/drawing/2014/main" id="{0653EF0D-8B26-AB14-DC6B-8F575E918FD6}"/>
              </a:ext>
            </a:extLst>
          </p:cNvPr>
          <p:cNvGraphicFramePr>
            <a:graphicFrameLocks noGrp="1"/>
          </p:cNvGraphicFramePr>
          <p:nvPr>
            <p:extLst>
              <p:ext uri="{D42A27DB-BD31-4B8C-83A1-F6EECF244321}">
                <p14:modId xmlns:p14="http://schemas.microsoft.com/office/powerpoint/2010/main" val="2826395191"/>
              </p:ext>
            </p:extLst>
          </p:nvPr>
        </p:nvGraphicFramePr>
        <p:xfrm>
          <a:off x="1028700" y="3447454"/>
          <a:ext cx="16230600" cy="6587780"/>
        </p:xfrm>
        <a:graphic>
          <a:graphicData uri="http://schemas.openxmlformats.org/drawingml/2006/table">
            <a:tbl>
              <a:tblPr firstRow="1" bandRow="1">
                <a:tableStyleId>{5C22544A-7EE6-4342-B048-85BDC9FD1C3A}</a:tableStyleId>
              </a:tblPr>
              <a:tblGrid>
                <a:gridCol w="8115300">
                  <a:extLst>
                    <a:ext uri="{9D8B030D-6E8A-4147-A177-3AD203B41FA5}">
                      <a16:colId xmlns:a16="http://schemas.microsoft.com/office/drawing/2014/main" val="2872114568"/>
                    </a:ext>
                  </a:extLst>
                </a:gridCol>
                <a:gridCol w="8115300">
                  <a:extLst>
                    <a:ext uri="{9D8B030D-6E8A-4147-A177-3AD203B41FA5}">
                      <a16:colId xmlns:a16="http://schemas.microsoft.com/office/drawing/2014/main" val="1016289654"/>
                    </a:ext>
                  </a:extLst>
                </a:gridCol>
              </a:tblGrid>
              <a:tr h="658778">
                <a:tc>
                  <a:txBody>
                    <a:bodyPr/>
                    <a:lstStyle/>
                    <a:p>
                      <a:pPr algn="l"/>
                      <a:r>
                        <a:rPr lang="en-IN" sz="2400" dirty="0">
                          <a:solidFill>
                            <a:schemeClr val="bg1"/>
                          </a:solidFill>
                          <a:latin typeface="Telegraf" panose="020B0604020202020204" charset="0"/>
                        </a:rPr>
                        <a:t>Challenge</a:t>
                      </a:r>
                    </a:p>
                  </a:txBody>
                  <a:tcPr>
                    <a:noFill/>
                  </a:tcPr>
                </a:tc>
                <a:tc>
                  <a:txBody>
                    <a:bodyPr/>
                    <a:lstStyle/>
                    <a:p>
                      <a:pPr algn="l"/>
                      <a:r>
                        <a:rPr lang="en-IN" sz="2400" dirty="0">
                          <a:solidFill>
                            <a:schemeClr val="bg1"/>
                          </a:solidFill>
                          <a:latin typeface="Telegraf" panose="020B0604020202020204" charset="0"/>
                        </a:rPr>
                        <a:t>Solution</a:t>
                      </a:r>
                    </a:p>
                  </a:txBody>
                  <a:tcPr>
                    <a:noFill/>
                  </a:tcPr>
                </a:tc>
                <a:extLst>
                  <a:ext uri="{0D108BD9-81ED-4DB2-BD59-A6C34878D82A}">
                    <a16:rowId xmlns:a16="http://schemas.microsoft.com/office/drawing/2014/main" val="1840120610"/>
                  </a:ext>
                </a:extLst>
              </a:tr>
              <a:tr h="658778">
                <a:tc>
                  <a:txBody>
                    <a:bodyPr/>
                    <a:lstStyle/>
                    <a:p>
                      <a:r>
                        <a:rPr lang="en-IN" sz="2400" dirty="0" err="1">
                          <a:solidFill>
                            <a:schemeClr val="bg1"/>
                          </a:solidFill>
                          <a:latin typeface="Telegraf" panose="020B0604020202020204" charset="0"/>
                        </a:rPr>
                        <a:t>LangChain</a:t>
                      </a:r>
                      <a:r>
                        <a:rPr lang="en-IN" sz="2400" dirty="0">
                          <a:solidFill>
                            <a:schemeClr val="bg1"/>
                          </a:solidFill>
                          <a:latin typeface="Telegraf" panose="020B0604020202020204" charset="0"/>
                        </a:rPr>
                        <a:t> API changes</a:t>
                      </a:r>
                    </a:p>
                  </a:txBody>
                  <a:tcPr>
                    <a:noFill/>
                  </a:tcPr>
                </a:tc>
                <a:tc>
                  <a:txBody>
                    <a:bodyPr/>
                    <a:lstStyle/>
                    <a:p>
                      <a:r>
                        <a:rPr lang="en-IN" sz="2400" dirty="0">
                          <a:solidFill>
                            <a:schemeClr val="bg1"/>
                          </a:solidFill>
                          <a:latin typeface="Telegraf" panose="020B0604020202020204" charset="0"/>
                        </a:rPr>
                        <a:t>Modern runnable pipeline</a:t>
                      </a:r>
                    </a:p>
                  </a:txBody>
                  <a:tcPr>
                    <a:noFill/>
                  </a:tcPr>
                </a:tc>
                <a:extLst>
                  <a:ext uri="{0D108BD9-81ED-4DB2-BD59-A6C34878D82A}">
                    <a16:rowId xmlns:a16="http://schemas.microsoft.com/office/drawing/2014/main" val="452321105"/>
                  </a:ext>
                </a:extLst>
              </a:tr>
              <a:tr h="658778">
                <a:tc>
                  <a:txBody>
                    <a:bodyPr/>
                    <a:lstStyle/>
                    <a:p>
                      <a:r>
                        <a:rPr lang="en-IN" sz="2400" dirty="0">
                          <a:solidFill>
                            <a:schemeClr val="bg1"/>
                          </a:solidFill>
                          <a:latin typeface="Telegraf" panose="020B0604020202020204" charset="0"/>
                        </a:rPr>
                        <a:t>Natural-language questions</a:t>
                      </a:r>
                    </a:p>
                  </a:txBody>
                  <a:tcPr>
                    <a:noFill/>
                  </a:tcPr>
                </a:tc>
                <a:tc>
                  <a:txBody>
                    <a:bodyPr/>
                    <a:lstStyle/>
                    <a:p>
                      <a:r>
                        <a:rPr lang="en-IN" sz="2400" dirty="0">
                          <a:solidFill>
                            <a:schemeClr val="bg1"/>
                          </a:solidFill>
                          <a:latin typeface="Telegraf" panose="020B0604020202020204" charset="0"/>
                        </a:rPr>
                        <a:t>LLM query </a:t>
                      </a:r>
                      <a:r>
                        <a:rPr lang="en-IN" sz="2400" dirty="0" err="1">
                          <a:solidFill>
                            <a:schemeClr val="bg1"/>
                          </a:solidFill>
                          <a:latin typeface="Telegraf" panose="020B0604020202020204" charset="0"/>
                        </a:rPr>
                        <a:t>analyzer</a:t>
                      </a:r>
                      <a:endParaRPr lang="en-IN" sz="2400" dirty="0">
                        <a:solidFill>
                          <a:schemeClr val="bg1"/>
                        </a:solidFill>
                        <a:latin typeface="Telegraf" panose="020B0604020202020204" charset="0"/>
                      </a:endParaRPr>
                    </a:p>
                  </a:txBody>
                  <a:tcPr>
                    <a:noFill/>
                  </a:tcPr>
                </a:tc>
                <a:extLst>
                  <a:ext uri="{0D108BD9-81ED-4DB2-BD59-A6C34878D82A}">
                    <a16:rowId xmlns:a16="http://schemas.microsoft.com/office/drawing/2014/main" val="1571324714"/>
                  </a:ext>
                </a:extLst>
              </a:tr>
              <a:tr h="658778">
                <a:tc>
                  <a:txBody>
                    <a:bodyPr/>
                    <a:lstStyle/>
                    <a:p>
                      <a:r>
                        <a:rPr lang="en-IN" sz="2400" dirty="0">
                          <a:solidFill>
                            <a:schemeClr val="bg1"/>
                          </a:solidFill>
                          <a:latin typeface="Telegraf" panose="020B0604020202020204" charset="0"/>
                        </a:rPr>
                        <a:t>Different locations</a:t>
                      </a:r>
                    </a:p>
                  </a:txBody>
                  <a:tcPr>
                    <a:noFill/>
                  </a:tcPr>
                </a:tc>
                <a:tc>
                  <a:txBody>
                    <a:bodyPr/>
                    <a:lstStyle/>
                    <a:p>
                      <a:r>
                        <a:rPr lang="en-IN" sz="2400" dirty="0">
                          <a:solidFill>
                            <a:schemeClr val="bg1"/>
                          </a:solidFill>
                          <a:latin typeface="Telegraf" panose="020B0604020202020204" charset="0"/>
                        </a:rPr>
                        <a:t>Dynamic location extraction</a:t>
                      </a:r>
                    </a:p>
                  </a:txBody>
                  <a:tcPr>
                    <a:noFill/>
                  </a:tcPr>
                </a:tc>
                <a:extLst>
                  <a:ext uri="{0D108BD9-81ED-4DB2-BD59-A6C34878D82A}">
                    <a16:rowId xmlns:a16="http://schemas.microsoft.com/office/drawing/2014/main" val="2589835025"/>
                  </a:ext>
                </a:extLst>
              </a:tr>
              <a:tr h="658778">
                <a:tc>
                  <a:txBody>
                    <a:bodyPr/>
                    <a:lstStyle/>
                    <a:p>
                      <a:r>
                        <a:rPr lang="en-IN" sz="2400" dirty="0">
                          <a:solidFill>
                            <a:schemeClr val="bg1"/>
                          </a:solidFill>
                          <a:latin typeface="Telegraf" panose="020B0604020202020204" charset="0"/>
                        </a:rPr>
                        <a:t>Poor search queries</a:t>
                      </a:r>
                    </a:p>
                  </a:txBody>
                  <a:tcPr>
                    <a:noFill/>
                  </a:tcPr>
                </a:tc>
                <a:tc>
                  <a:txBody>
                    <a:bodyPr/>
                    <a:lstStyle/>
                    <a:p>
                      <a:r>
                        <a:rPr lang="en-IN" sz="2400" dirty="0">
                          <a:solidFill>
                            <a:schemeClr val="bg1"/>
                          </a:solidFill>
                          <a:latin typeface="Telegraf" panose="020B0604020202020204" charset="0"/>
                        </a:rPr>
                        <a:t>Multiple generated queries</a:t>
                      </a:r>
                    </a:p>
                  </a:txBody>
                  <a:tcPr>
                    <a:noFill/>
                  </a:tcPr>
                </a:tc>
                <a:extLst>
                  <a:ext uri="{0D108BD9-81ED-4DB2-BD59-A6C34878D82A}">
                    <a16:rowId xmlns:a16="http://schemas.microsoft.com/office/drawing/2014/main" val="3189186865"/>
                  </a:ext>
                </a:extLst>
              </a:tr>
              <a:tr h="658778">
                <a:tc>
                  <a:txBody>
                    <a:bodyPr/>
                    <a:lstStyle/>
                    <a:p>
                      <a:r>
                        <a:rPr lang="en-IN" sz="2400" dirty="0">
                          <a:solidFill>
                            <a:schemeClr val="bg1"/>
                          </a:solidFill>
                          <a:latin typeface="Telegraf" panose="020B0604020202020204" charset="0"/>
                        </a:rPr>
                        <a:t>Duplicate articles</a:t>
                      </a:r>
                    </a:p>
                  </a:txBody>
                  <a:tcPr>
                    <a:noFill/>
                  </a:tcPr>
                </a:tc>
                <a:tc>
                  <a:txBody>
                    <a:bodyPr/>
                    <a:lstStyle/>
                    <a:p>
                      <a:r>
                        <a:rPr lang="en-IN" sz="2400" dirty="0">
                          <a:solidFill>
                            <a:schemeClr val="bg1"/>
                          </a:solidFill>
                          <a:latin typeface="Telegraf" panose="020B0604020202020204" charset="0"/>
                        </a:rPr>
                        <a:t>URL/title deduplication</a:t>
                      </a:r>
                    </a:p>
                  </a:txBody>
                  <a:tcPr>
                    <a:noFill/>
                  </a:tcPr>
                </a:tc>
                <a:extLst>
                  <a:ext uri="{0D108BD9-81ED-4DB2-BD59-A6C34878D82A}">
                    <a16:rowId xmlns:a16="http://schemas.microsoft.com/office/drawing/2014/main" val="1869614812"/>
                  </a:ext>
                </a:extLst>
              </a:tr>
              <a:tr h="658778">
                <a:tc>
                  <a:txBody>
                    <a:bodyPr/>
                    <a:lstStyle/>
                    <a:p>
                      <a:r>
                        <a:rPr lang="en-IN" sz="2400" dirty="0">
                          <a:solidFill>
                            <a:schemeClr val="bg1"/>
                          </a:solidFill>
                          <a:latin typeface="Telegraf" panose="020B0604020202020204" charset="0"/>
                        </a:rPr>
                        <a:t>Missing API keys</a:t>
                      </a:r>
                    </a:p>
                  </a:txBody>
                  <a:tcPr>
                    <a:noFill/>
                  </a:tcPr>
                </a:tc>
                <a:tc>
                  <a:txBody>
                    <a:bodyPr/>
                    <a:lstStyle/>
                    <a:p>
                      <a:r>
                        <a:rPr lang="en-IN" sz="1800" kern="1200" dirty="0">
                          <a:solidFill>
                            <a:schemeClr val="bg1"/>
                          </a:solidFill>
                          <a:latin typeface="Telegraf" panose="020B0604020202020204" charset="0"/>
                          <a:ea typeface="+mn-ea"/>
                          <a:cs typeface="+mn-cs"/>
                        </a:rPr>
                        <a:t>.env</a:t>
                      </a:r>
                      <a:r>
                        <a:rPr lang="en-IN" sz="2400" dirty="0">
                          <a:solidFill>
                            <a:schemeClr val="bg1"/>
                          </a:solidFill>
                          <a:latin typeface="Telegraf" panose="020B0604020202020204" charset="0"/>
                        </a:rPr>
                        <a:t> configuration</a:t>
                      </a:r>
                    </a:p>
                  </a:txBody>
                  <a:tcPr>
                    <a:noFill/>
                  </a:tcPr>
                </a:tc>
                <a:extLst>
                  <a:ext uri="{0D108BD9-81ED-4DB2-BD59-A6C34878D82A}">
                    <a16:rowId xmlns:a16="http://schemas.microsoft.com/office/drawing/2014/main" val="3844113699"/>
                  </a:ext>
                </a:extLst>
              </a:tr>
              <a:tr h="658778">
                <a:tc>
                  <a:txBody>
                    <a:bodyPr/>
                    <a:lstStyle/>
                    <a:p>
                      <a:r>
                        <a:rPr lang="en-IN" sz="2400" dirty="0">
                          <a:solidFill>
                            <a:schemeClr val="bg1"/>
                          </a:solidFill>
                          <a:latin typeface="Telegraf" panose="020B0604020202020204" charset="0"/>
                        </a:rPr>
                        <a:t>No search results</a:t>
                      </a:r>
                    </a:p>
                  </a:txBody>
                  <a:tcPr>
                    <a:noFill/>
                  </a:tcPr>
                </a:tc>
                <a:tc>
                  <a:txBody>
                    <a:bodyPr/>
                    <a:lstStyle/>
                    <a:p>
                      <a:r>
                        <a:rPr lang="en-IN" sz="2400" dirty="0">
                          <a:solidFill>
                            <a:schemeClr val="bg1"/>
                          </a:solidFill>
                          <a:latin typeface="Telegraf" panose="020B0604020202020204" charset="0"/>
                        </a:rPr>
                        <a:t>Fallback handling</a:t>
                      </a:r>
                    </a:p>
                  </a:txBody>
                  <a:tcPr>
                    <a:noFill/>
                  </a:tcPr>
                </a:tc>
                <a:extLst>
                  <a:ext uri="{0D108BD9-81ED-4DB2-BD59-A6C34878D82A}">
                    <a16:rowId xmlns:a16="http://schemas.microsoft.com/office/drawing/2014/main" val="2938622484"/>
                  </a:ext>
                </a:extLst>
              </a:tr>
              <a:tr h="658778">
                <a:tc>
                  <a:txBody>
                    <a:bodyPr/>
                    <a:lstStyle/>
                    <a:p>
                      <a:r>
                        <a:rPr lang="en-IN" sz="2400" dirty="0">
                          <a:solidFill>
                            <a:schemeClr val="bg1"/>
                          </a:solidFill>
                          <a:latin typeface="Telegraf" panose="020B0604020202020204" charset="0"/>
                        </a:rPr>
                        <a:t>JSON generation issues</a:t>
                      </a:r>
                    </a:p>
                  </a:txBody>
                  <a:tcPr>
                    <a:noFill/>
                  </a:tcPr>
                </a:tc>
                <a:tc>
                  <a:txBody>
                    <a:bodyPr/>
                    <a:lstStyle/>
                    <a:p>
                      <a:r>
                        <a:rPr lang="en-IN" sz="2400" dirty="0">
                          <a:solidFill>
                            <a:schemeClr val="bg1"/>
                          </a:solidFill>
                          <a:latin typeface="Telegraf" panose="020B0604020202020204" charset="0"/>
                        </a:rPr>
                        <a:t>JSON cleaning + fallback</a:t>
                      </a:r>
                    </a:p>
                  </a:txBody>
                  <a:tcPr>
                    <a:noFill/>
                  </a:tcPr>
                </a:tc>
                <a:extLst>
                  <a:ext uri="{0D108BD9-81ED-4DB2-BD59-A6C34878D82A}">
                    <a16:rowId xmlns:a16="http://schemas.microsoft.com/office/drawing/2014/main" val="2675991105"/>
                  </a:ext>
                </a:extLst>
              </a:tr>
              <a:tr h="658778">
                <a:tc>
                  <a:txBody>
                    <a:bodyPr/>
                    <a:lstStyle/>
                    <a:p>
                      <a:r>
                        <a:rPr lang="en-IN" sz="2400" dirty="0" err="1">
                          <a:solidFill>
                            <a:schemeClr val="bg1"/>
                          </a:solidFill>
                          <a:latin typeface="Telegraf" panose="020B0604020202020204" charset="0"/>
                        </a:rPr>
                        <a:t>Streamlit</a:t>
                      </a:r>
                      <a:r>
                        <a:rPr lang="en-IN" sz="2400" dirty="0">
                          <a:solidFill>
                            <a:schemeClr val="bg1"/>
                          </a:solidFill>
                          <a:latin typeface="Telegraf" panose="020B0604020202020204" charset="0"/>
                        </a:rPr>
                        <a:t> errors</a:t>
                      </a:r>
                    </a:p>
                  </a:txBody>
                  <a:tcPr>
                    <a:noFill/>
                  </a:tcPr>
                </a:tc>
                <a:tc>
                  <a:txBody>
                    <a:bodyPr/>
                    <a:lstStyle/>
                    <a:p>
                      <a:r>
                        <a:rPr lang="en-IN" sz="2400" dirty="0">
                          <a:solidFill>
                            <a:schemeClr val="bg1"/>
                          </a:solidFill>
                          <a:latin typeface="Telegraf" panose="020B0604020202020204" charset="0"/>
                        </a:rPr>
                        <a:t>Modular backend structure</a:t>
                      </a:r>
                    </a:p>
                  </a:txBody>
                  <a:tcPr>
                    <a:noFill/>
                  </a:tcPr>
                </a:tc>
                <a:extLst>
                  <a:ext uri="{0D108BD9-81ED-4DB2-BD59-A6C34878D82A}">
                    <a16:rowId xmlns:a16="http://schemas.microsoft.com/office/drawing/2014/main" val="3356639509"/>
                  </a:ext>
                </a:extLst>
              </a:tr>
            </a:tbl>
          </a:graphicData>
        </a:graphic>
      </p:graphicFrame>
      <p:pic>
        <p:nvPicPr>
          <p:cNvPr id="36" name="Picture 35">
            <a:extLst>
              <a:ext uri="{FF2B5EF4-FFF2-40B4-BE49-F238E27FC236}">
                <a16:creationId xmlns:a16="http://schemas.microsoft.com/office/drawing/2014/main" id="{EFC13A23-FF41-FDB1-AB49-1D24A479F77E}"/>
              </a:ext>
            </a:extLst>
          </p:cNvPr>
          <p:cNvPicPr>
            <a:picLocks noChangeAspect="1"/>
          </p:cNvPicPr>
          <p:nvPr/>
        </p:nvPicPr>
        <p:blipFill>
          <a:blip r:embed="rId3"/>
          <a:stretch>
            <a:fillRect/>
          </a:stretch>
        </p:blipFill>
        <p:spPr>
          <a:xfrm>
            <a:off x="0" y="10659"/>
            <a:ext cx="2819400" cy="931819"/>
          </a:xfrm>
          <a:prstGeom prst="rect">
            <a:avLst/>
          </a:prstGeom>
        </p:spPr>
      </p:pic>
    </p:spTree>
    <p:extLst>
      <p:ext uri="{BB962C8B-B14F-4D97-AF65-F5344CB8AC3E}">
        <p14:creationId xmlns:p14="http://schemas.microsoft.com/office/powerpoint/2010/main" val="4091117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C6342-4BB4-6DB3-1740-18278D3A4B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5E3D923-90FC-13F4-E08C-61244F34146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a:extLst>
              <a:ext uri="{FF2B5EF4-FFF2-40B4-BE49-F238E27FC236}">
                <a16:creationId xmlns:a16="http://schemas.microsoft.com/office/drawing/2014/main" id="{D0895B1A-173F-4B86-07CA-5F7199CE633B}"/>
              </a:ext>
            </a:extLst>
          </p:cNvPr>
          <p:cNvGrpSpPr/>
          <p:nvPr/>
        </p:nvGrpSpPr>
        <p:grpSpPr>
          <a:xfrm>
            <a:off x="2657579" y="1399332"/>
            <a:ext cx="12972843" cy="8877010"/>
            <a:chOff x="0" y="-76200"/>
            <a:chExt cx="3416716" cy="1482472"/>
          </a:xfrm>
        </p:grpSpPr>
        <p:sp>
          <p:nvSpPr>
            <p:cNvPr id="4" name="Freeform 4">
              <a:extLst>
                <a:ext uri="{FF2B5EF4-FFF2-40B4-BE49-F238E27FC236}">
                  <a16:creationId xmlns:a16="http://schemas.microsoft.com/office/drawing/2014/main" id="{A6405601-09FE-A95F-3C9B-E60DCBF2ABC6}"/>
                </a:ext>
              </a:extLst>
            </p:cNvPr>
            <p:cNvSpPr/>
            <p:nvPr/>
          </p:nvSpPr>
          <p:spPr>
            <a:xfrm>
              <a:off x="0" y="0"/>
              <a:ext cx="3416716" cy="1406272"/>
            </a:xfrm>
            <a:custGeom>
              <a:avLst/>
              <a:gdLst/>
              <a:ahLst/>
              <a:cxnLst/>
              <a:rect l="l" t="t" r="r" b="b"/>
              <a:pathLst>
                <a:path w="3416716" h="1406272">
                  <a:moveTo>
                    <a:pt x="0" y="0"/>
                  </a:moveTo>
                  <a:lnTo>
                    <a:pt x="3416716" y="0"/>
                  </a:lnTo>
                  <a:lnTo>
                    <a:pt x="3416716" y="1406272"/>
                  </a:lnTo>
                  <a:lnTo>
                    <a:pt x="0" y="1406272"/>
                  </a:lnTo>
                  <a:close/>
                </a:path>
              </a:pathLst>
            </a:custGeom>
            <a:gradFill rotWithShape="1">
              <a:gsLst>
                <a:gs pos="0">
                  <a:srgbClr val="03295A">
                    <a:alpha val="62000"/>
                  </a:srgbClr>
                </a:gs>
                <a:gs pos="100000">
                  <a:srgbClr val="041468">
                    <a:alpha val="74500"/>
                  </a:srgbClr>
                </a:gs>
              </a:gsLst>
              <a:lin ang="0"/>
            </a:gradFill>
            <a:ln w="38100" cap="sq">
              <a:gradFill>
                <a:gsLst>
                  <a:gs pos="0">
                    <a:srgbClr val="10A5FF">
                      <a:alpha val="100000"/>
                    </a:srgbClr>
                  </a:gs>
                  <a:gs pos="100000">
                    <a:srgbClr val="041E4E">
                      <a:alpha val="100000"/>
                    </a:srgbClr>
                  </a:gs>
                </a:gsLst>
                <a:lin ang="2700000"/>
              </a:gradFill>
              <a:prstDash val="solid"/>
              <a:miter/>
            </a:ln>
          </p:spPr>
          <p:txBody>
            <a:bodyPr/>
            <a:lstStyle/>
            <a:p>
              <a:endParaRPr lang="en-IN" dirty="0"/>
            </a:p>
          </p:txBody>
        </p:sp>
        <p:sp>
          <p:nvSpPr>
            <p:cNvPr id="5" name="TextBox 5">
              <a:extLst>
                <a:ext uri="{FF2B5EF4-FFF2-40B4-BE49-F238E27FC236}">
                  <a16:creationId xmlns:a16="http://schemas.microsoft.com/office/drawing/2014/main" id="{B47519C1-CED4-2FB1-EC82-4A8985D960E2}"/>
                </a:ext>
              </a:extLst>
            </p:cNvPr>
            <p:cNvSpPr txBox="1"/>
            <p:nvPr/>
          </p:nvSpPr>
          <p:spPr>
            <a:xfrm>
              <a:off x="0" y="-76200"/>
              <a:ext cx="3416716" cy="1482472"/>
            </a:xfrm>
            <a:prstGeom prst="rect">
              <a:avLst/>
            </a:prstGeom>
          </p:spPr>
          <p:txBody>
            <a:bodyPr lIns="50800" tIns="50800" rIns="50800" bIns="50800" rtlCol="0" anchor="ctr"/>
            <a:lstStyle/>
            <a:p>
              <a:pPr algn="ctr">
                <a:lnSpc>
                  <a:spcPts val="2800"/>
                </a:lnSpc>
              </a:pPr>
              <a:endParaRPr/>
            </a:p>
          </p:txBody>
        </p:sp>
      </p:grpSp>
      <p:sp>
        <p:nvSpPr>
          <p:cNvPr id="6" name="TextBox 6">
            <a:extLst>
              <a:ext uri="{FF2B5EF4-FFF2-40B4-BE49-F238E27FC236}">
                <a16:creationId xmlns:a16="http://schemas.microsoft.com/office/drawing/2014/main" id="{0B4B905C-5364-3021-0079-7B94F7EF5034}"/>
              </a:ext>
            </a:extLst>
          </p:cNvPr>
          <p:cNvSpPr txBox="1"/>
          <p:nvPr/>
        </p:nvSpPr>
        <p:spPr>
          <a:xfrm>
            <a:off x="4250867" y="216970"/>
            <a:ext cx="9786261" cy="965392"/>
          </a:xfrm>
          <a:prstGeom prst="rect">
            <a:avLst/>
          </a:prstGeom>
        </p:spPr>
        <p:txBody>
          <a:bodyPr wrap="square" lIns="0" tIns="0" rIns="0" bIns="0" rtlCol="0" anchor="t">
            <a:spAutoFit/>
          </a:bodyPr>
          <a:lstStyle/>
          <a:p>
            <a:pPr algn="ctr">
              <a:lnSpc>
                <a:spcPts val="7894"/>
              </a:lnSpc>
            </a:pPr>
            <a:r>
              <a:rPr lang="en-US" sz="6072" dirty="0">
                <a:solidFill>
                  <a:srgbClr val="FFFFFF"/>
                </a:solidFill>
                <a:latin typeface="Telegraf"/>
                <a:ea typeface="Telegraf"/>
                <a:cs typeface="Telegraf"/>
                <a:sym typeface="Telegraf"/>
              </a:rPr>
              <a:t>Future Enhancements</a:t>
            </a:r>
          </a:p>
        </p:txBody>
      </p:sp>
      <p:sp>
        <p:nvSpPr>
          <p:cNvPr id="7" name="TextBox 7">
            <a:extLst>
              <a:ext uri="{FF2B5EF4-FFF2-40B4-BE49-F238E27FC236}">
                <a16:creationId xmlns:a16="http://schemas.microsoft.com/office/drawing/2014/main" id="{7DF485F7-6DA9-FC74-ECC9-45FF44EE89D3}"/>
              </a:ext>
            </a:extLst>
          </p:cNvPr>
          <p:cNvSpPr txBox="1"/>
          <p:nvPr/>
        </p:nvSpPr>
        <p:spPr>
          <a:xfrm>
            <a:off x="2819398" y="2283702"/>
            <a:ext cx="12649200" cy="8037137"/>
          </a:xfrm>
          <a:prstGeom prst="rect">
            <a:avLst/>
          </a:prstGeom>
        </p:spPr>
        <p:txBody>
          <a:bodyPr wrap="square" lIns="0" tIns="0" rIns="0" bIns="0" rtlCol="0" anchor="t">
            <a:spAutoFit/>
          </a:bodyPr>
          <a:lstStyle/>
          <a:p>
            <a:pPr marL="0" lvl="0" indent="0">
              <a:lnSpc>
                <a:spcPts val="3023"/>
              </a:lnSpc>
            </a:pPr>
            <a:r>
              <a:rPr lang="en-US" sz="2000" b="1" u="none" strike="noStrike" spc="90" dirty="0">
                <a:solidFill>
                  <a:srgbClr val="FFFFFF"/>
                </a:solidFill>
                <a:latin typeface="Telegraf"/>
                <a:ea typeface="Telegraf"/>
                <a:cs typeface="Telegraf"/>
                <a:sym typeface="Telegraf"/>
              </a:rPr>
              <a:t>Authentication:</a:t>
            </a:r>
          </a:p>
          <a:p>
            <a:pPr marL="342900" lvl="0" indent="-342900">
              <a:lnSpc>
                <a:spcPts val="3023"/>
              </a:lnSpc>
              <a:buFont typeface="Arial" panose="020B0604020202020204" pitchFamily="34" charset="0"/>
              <a:buChar char="•"/>
            </a:pPr>
            <a:r>
              <a:rPr lang="en-US" sz="2000" spc="90" dirty="0">
                <a:solidFill>
                  <a:srgbClr val="FFFFFF"/>
                </a:solidFill>
                <a:latin typeface="Telegraf"/>
                <a:ea typeface="Telegraf"/>
                <a:cs typeface="Telegraf"/>
                <a:sym typeface="Telegraf"/>
              </a:rPr>
              <a:t>User login and access control</a:t>
            </a:r>
          </a:p>
          <a:p>
            <a:pPr lvl="0">
              <a:lnSpc>
                <a:spcPts val="3023"/>
              </a:lnSpc>
            </a:pPr>
            <a:r>
              <a:rPr lang="en-US" sz="2000" b="1" spc="90" dirty="0">
                <a:solidFill>
                  <a:srgbClr val="FFFFFF"/>
                </a:solidFill>
                <a:latin typeface="Telegraf"/>
                <a:ea typeface="Telegraf"/>
                <a:cs typeface="Telegraf"/>
                <a:sym typeface="Telegraf"/>
              </a:rPr>
              <a:t>Export</a:t>
            </a:r>
            <a:endParaRPr lang="en-US" sz="2000" b="1" u="none" strike="noStrike" spc="90" dirty="0">
              <a:solidFill>
                <a:srgbClr val="FFFFFF"/>
              </a:solidFill>
              <a:latin typeface="Telegraf"/>
              <a:ea typeface="Telegraf"/>
              <a:cs typeface="Telegraf"/>
              <a:sym typeface="Telegraf"/>
            </a:endParaRPr>
          </a:p>
          <a:p>
            <a:pPr lvl="0">
              <a:lnSpc>
                <a:spcPts val="3023"/>
              </a:lnSpc>
            </a:pPr>
            <a:r>
              <a:rPr lang="en-US" sz="2000" spc="90" dirty="0">
                <a:solidFill>
                  <a:srgbClr val="FFFFFF"/>
                </a:solidFill>
                <a:latin typeface="Telegraf"/>
                <a:ea typeface="Telegraf"/>
                <a:cs typeface="Telegraf"/>
                <a:sym typeface="Telegraf"/>
              </a:rPr>
              <a:t>Export research reports to:</a:t>
            </a:r>
          </a:p>
          <a:p>
            <a:pPr marL="342900" lvl="0" indent="-342900">
              <a:lnSpc>
                <a:spcPts val="3023"/>
              </a:lnSpc>
              <a:buFont typeface="Arial" panose="020B0604020202020204" pitchFamily="34" charset="0"/>
              <a:buChar char="•"/>
            </a:pPr>
            <a:r>
              <a:rPr lang="en-US" sz="2000" spc="90" dirty="0">
                <a:solidFill>
                  <a:srgbClr val="FFFFFF"/>
                </a:solidFill>
                <a:latin typeface="Telegraf"/>
                <a:ea typeface="Telegraf"/>
                <a:cs typeface="Telegraf"/>
                <a:sym typeface="Telegraf"/>
              </a:rPr>
              <a:t>PDF</a:t>
            </a:r>
          </a:p>
          <a:p>
            <a:pPr marL="342900" lvl="0" indent="-342900">
              <a:lnSpc>
                <a:spcPts val="3023"/>
              </a:lnSpc>
              <a:buFont typeface="Arial" panose="020B0604020202020204" pitchFamily="34" charset="0"/>
              <a:buChar char="•"/>
            </a:pPr>
            <a:r>
              <a:rPr lang="en-US" sz="2000" spc="90" dirty="0">
                <a:solidFill>
                  <a:srgbClr val="FFFFFF"/>
                </a:solidFill>
                <a:latin typeface="Telegraf"/>
                <a:ea typeface="Telegraf"/>
                <a:cs typeface="Telegraf"/>
                <a:sym typeface="Telegraf"/>
              </a:rPr>
              <a:t>Word</a:t>
            </a:r>
          </a:p>
          <a:p>
            <a:pPr marL="342900" lvl="0" indent="-342900">
              <a:lnSpc>
                <a:spcPts val="3023"/>
              </a:lnSpc>
              <a:buFont typeface="Arial" panose="020B0604020202020204" pitchFamily="34" charset="0"/>
              <a:buChar char="•"/>
            </a:pPr>
            <a:r>
              <a:rPr lang="en-US" sz="2000" spc="90" dirty="0">
                <a:solidFill>
                  <a:srgbClr val="FFFFFF"/>
                </a:solidFill>
                <a:latin typeface="Telegraf"/>
                <a:ea typeface="Telegraf"/>
                <a:cs typeface="Telegraf"/>
                <a:sym typeface="Telegraf"/>
              </a:rPr>
              <a:t>CSV</a:t>
            </a:r>
          </a:p>
          <a:p>
            <a:pPr lvl="0">
              <a:lnSpc>
                <a:spcPts val="3023"/>
              </a:lnSpc>
            </a:pPr>
            <a:r>
              <a:rPr lang="en-US" sz="2000" b="1" spc="90" dirty="0">
                <a:solidFill>
                  <a:srgbClr val="FFFFFF"/>
                </a:solidFill>
                <a:latin typeface="Telegraf"/>
                <a:ea typeface="Telegraf"/>
                <a:cs typeface="Telegraf"/>
                <a:sym typeface="Telegraf"/>
              </a:rPr>
              <a:t>Historical Analysis</a:t>
            </a:r>
          </a:p>
          <a:p>
            <a:pPr marL="285750" lvl="0" indent="-285750">
              <a:lnSpc>
                <a:spcPts val="3023"/>
              </a:lnSpc>
              <a:buFont typeface="Arial" panose="020B0604020202020204" pitchFamily="34" charset="0"/>
              <a:buChar char="•"/>
            </a:pPr>
            <a:r>
              <a:rPr lang="en-US" sz="2000" spc="90" dirty="0">
                <a:solidFill>
                  <a:srgbClr val="FFFFFF"/>
                </a:solidFill>
                <a:latin typeface="Telegraf"/>
                <a:ea typeface="Telegraf"/>
                <a:cs typeface="Telegraf"/>
                <a:sym typeface="Telegraf"/>
              </a:rPr>
              <a:t>Compare news trends over time</a:t>
            </a:r>
          </a:p>
          <a:p>
            <a:pPr lvl="0">
              <a:lnSpc>
                <a:spcPts val="3023"/>
              </a:lnSpc>
            </a:pPr>
            <a:r>
              <a:rPr lang="en-US" sz="2000" b="1" spc="90" dirty="0">
                <a:solidFill>
                  <a:srgbClr val="FFFFFF"/>
                </a:solidFill>
                <a:latin typeface="Telegraf"/>
                <a:ea typeface="Telegraf"/>
                <a:cs typeface="Telegraf"/>
                <a:sym typeface="Telegraf"/>
              </a:rPr>
              <a:t>Multilingual Support</a:t>
            </a:r>
            <a:endParaRPr lang="en-US" sz="2000" spc="90" dirty="0">
              <a:solidFill>
                <a:srgbClr val="FFFFFF"/>
              </a:solidFill>
              <a:latin typeface="Telegraf"/>
              <a:ea typeface="Telegraf"/>
              <a:cs typeface="Telegraf"/>
              <a:sym typeface="Telegraf"/>
            </a:endParaRPr>
          </a:p>
          <a:p>
            <a:pPr marL="285750" lvl="0" indent="-285750">
              <a:lnSpc>
                <a:spcPts val="3023"/>
              </a:lnSpc>
              <a:buFont typeface="Arial" panose="020B0604020202020204" pitchFamily="34" charset="0"/>
              <a:buChar char="•"/>
            </a:pPr>
            <a:r>
              <a:rPr lang="en-US" sz="2000" spc="90" dirty="0">
                <a:solidFill>
                  <a:srgbClr val="FFFFFF"/>
                </a:solidFill>
                <a:latin typeface="Telegraf"/>
                <a:ea typeface="Telegraf"/>
                <a:cs typeface="Telegraf"/>
                <a:sym typeface="Telegraf"/>
              </a:rPr>
              <a:t>Support questions and news in multiple languages</a:t>
            </a:r>
          </a:p>
          <a:p>
            <a:pPr lvl="0">
              <a:lnSpc>
                <a:spcPts val="3023"/>
              </a:lnSpc>
            </a:pPr>
            <a:r>
              <a:rPr lang="en-US" sz="2000" b="1" spc="90" dirty="0">
                <a:solidFill>
                  <a:srgbClr val="FFFFFF"/>
                </a:solidFill>
                <a:latin typeface="Telegraf"/>
                <a:ea typeface="Telegraf"/>
                <a:cs typeface="Telegraf"/>
                <a:sym typeface="Telegraf"/>
              </a:rPr>
              <a:t>Source Ranking</a:t>
            </a:r>
          </a:p>
          <a:p>
            <a:pPr marL="285750" lvl="0" indent="-285750">
              <a:lnSpc>
                <a:spcPts val="3023"/>
              </a:lnSpc>
              <a:buFont typeface="Arial" panose="020B0604020202020204" pitchFamily="34" charset="0"/>
              <a:buChar char="•"/>
            </a:pPr>
            <a:r>
              <a:rPr lang="en-US" sz="2000" spc="90" dirty="0">
                <a:solidFill>
                  <a:srgbClr val="FFFFFF"/>
                </a:solidFill>
                <a:latin typeface="Telegraf"/>
                <a:ea typeface="Telegraf"/>
                <a:cs typeface="Telegraf"/>
                <a:sym typeface="Telegraf"/>
              </a:rPr>
              <a:t>Rank sources based on relevancy and recency</a:t>
            </a:r>
          </a:p>
          <a:p>
            <a:pPr lvl="0">
              <a:lnSpc>
                <a:spcPts val="3023"/>
              </a:lnSpc>
            </a:pPr>
            <a:r>
              <a:rPr lang="en-US" sz="2000" b="1" spc="90" dirty="0">
                <a:solidFill>
                  <a:srgbClr val="FFFFFF"/>
                </a:solidFill>
                <a:latin typeface="Telegraf"/>
                <a:ea typeface="Telegraf"/>
                <a:cs typeface="Telegraf"/>
                <a:sym typeface="Telegraf"/>
              </a:rPr>
              <a:t>News Analytics</a:t>
            </a:r>
          </a:p>
          <a:p>
            <a:pPr lvl="0">
              <a:lnSpc>
                <a:spcPts val="3023"/>
              </a:lnSpc>
            </a:pPr>
            <a:r>
              <a:rPr lang="en-US" sz="2000" spc="90" dirty="0">
                <a:solidFill>
                  <a:srgbClr val="FFFFFF"/>
                </a:solidFill>
                <a:latin typeface="Telegraf"/>
                <a:ea typeface="Telegraf"/>
                <a:cs typeface="Telegraf"/>
                <a:sym typeface="Telegraf"/>
              </a:rPr>
              <a:t>Chats for:</a:t>
            </a:r>
          </a:p>
          <a:p>
            <a:pPr marL="285750" lvl="0" indent="-285750">
              <a:lnSpc>
                <a:spcPts val="3023"/>
              </a:lnSpc>
              <a:buFont typeface="Arial" panose="020B0604020202020204" pitchFamily="34" charset="0"/>
              <a:buChar char="•"/>
            </a:pPr>
            <a:r>
              <a:rPr lang="en-US" sz="2000" spc="90" dirty="0">
                <a:solidFill>
                  <a:srgbClr val="FFFFFF"/>
                </a:solidFill>
                <a:latin typeface="Telegraf"/>
                <a:ea typeface="Telegraf"/>
                <a:cs typeface="Telegraf"/>
                <a:sym typeface="Telegraf"/>
              </a:rPr>
              <a:t>News volume</a:t>
            </a:r>
          </a:p>
          <a:p>
            <a:pPr marL="285750" lvl="0" indent="-285750">
              <a:lnSpc>
                <a:spcPts val="3023"/>
              </a:lnSpc>
              <a:buFont typeface="Arial" panose="020B0604020202020204" pitchFamily="34" charset="0"/>
              <a:buChar char="•"/>
            </a:pPr>
            <a:r>
              <a:rPr lang="en-US" sz="2000" spc="90" dirty="0">
                <a:solidFill>
                  <a:srgbClr val="FFFFFF"/>
                </a:solidFill>
                <a:latin typeface="Telegraf"/>
                <a:ea typeface="Telegraf"/>
                <a:cs typeface="Telegraf"/>
                <a:sym typeface="Telegraf"/>
              </a:rPr>
              <a:t>Topics</a:t>
            </a:r>
          </a:p>
          <a:p>
            <a:pPr marL="285750" lvl="0" indent="-285750">
              <a:lnSpc>
                <a:spcPts val="3023"/>
              </a:lnSpc>
              <a:buFont typeface="Arial" panose="020B0604020202020204" pitchFamily="34" charset="0"/>
              <a:buChar char="•"/>
            </a:pPr>
            <a:r>
              <a:rPr lang="en-US" sz="2000" spc="90" dirty="0">
                <a:solidFill>
                  <a:srgbClr val="FFFFFF"/>
                </a:solidFill>
                <a:latin typeface="Telegraf"/>
                <a:ea typeface="Telegraf"/>
                <a:cs typeface="Telegraf"/>
                <a:sym typeface="Telegraf"/>
              </a:rPr>
              <a:t>Locations</a:t>
            </a:r>
          </a:p>
          <a:p>
            <a:pPr marL="285750" lvl="0" indent="-285750">
              <a:lnSpc>
                <a:spcPts val="3023"/>
              </a:lnSpc>
              <a:buFont typeface="Arial" panose="020B0604020202020204" pitchFamily="34" charset="0"/>
              <a:buChar char="•"/>
            </a:pPr>
            <a:r>
              <a:rPr lang="en-US" sz="2000" spc="90" dirty="0">
                <a:solidFill>
                  <a:srgbClr val="FFFFFF"/>
                </a:solidFill>
                <a:latin typeface="Telegraf"/>
                <a:ea typeface="Telegraf"/>
                <a:cs typeface="Telegraf"/>
                <a:sym typeface="Telegraf"/>
              </a:rPr>
              <a:t>Trends</a:t>
            </a:r>
          </a:p>
          <a:p>
            <a:pPr lvl="0">
              <a:lnSpc>
                <a:spcPts val="3023"/>
              </a:lnSpc>
            </a:pPr>
            <a:r>
              <a:rPr lang="en-US" sz="2000" b="1" spc="90" dirty="0">
                <a:solidFill>
                  <a:srgbClr val="FFFFFF"/>
                </a:solidFill>
                <a:latin typeface="Telegraf"/>
                <a:ea typeface="Telegraf"/>
                <a:cs typeface="Telegraf"/>
                <a:sym typeface="Telegraf"/>
              </a:rPr>
              <a:t>Deployment</a:t>
            </a:r>
          </a:p>
          <a:p>
            <a:pPr marL="285750" lvl="0" indent="-285750">
              <a:lnSpc>
                <a:spcPts val="3023"/>
              </a:lnSpc>
              <a:buFont typeface="Arial" panose="020B0604020202020204" pitchFamily="34" charset="0"/>
              <a:buChar char="•"/>
            </a:pPr>
            <a:r>
              <a:rPr lang="en-US" sz="2000" spc="90" dirty="0">
                <a:solidFill>
                  <a:srgbClr val="FFFFFF"/>
                </a:solidFill>
                <a:latin typeface="Telegraf"/>
                <a:ea typeface="Telegraf"/>
                <a:cs typeface="Telegraf"/>
                <a:sym typeface="Telegraf"/>
              </a:rPr>
              <a:t>Deploy the application to a cloud platform</a:t>
            </a:r>
          </a:p>
        </p:txBody>
      </p:sp>
      <p:pic>
        <p:nvPicPr>
          <p:cNvPr id="9" name="Picture 8">
            <a:extLst>
              <a:ext uri="{FF2B5EF4-FFF2-40B4-BE49-F238E27FC236}">
                <a16:creationId xmlns:a16="http://schemas.microsoft.com/office/drawing/2014/main" id="{F214311F-590A-FBDB-0789-6DB087248331}"/>
              </a:ext>
            </a:extLst>
          </p:cNvPr>
          <p:cNvPicPr>
            <a:picLocks noChangeAspect="1"/>
          </p:cNvPicPr>
          <p:nvPr/>
        </p:nvPicPr>
        <p:blipFill>
          <a:blip r:embed="rId3"/>
          <a:stretch>
            <a:fillRect/>
          </a:stretch>
        </p:blipFill>
        <p:spPr>
          <a:xfrm>
            <a:off x="0" y="10659"/>
            <a:ext cx="2819400" cy="931819"/>
          </a:xfrm>
          <a:prstGeom prst="rect">
            <a:avLst/>
          </a:prstGeom>
        </p:spPr>
      </p:pic>
    </p:spTree>
    <p:extLst>
      <p:ext uri="{BB962C8B-B14F-4D97-AF65-F5344CB8AC3E}">
        <p14:creationId xmlns:p14="http://schemas.microsoft.com/office/powerpoint/2010/main" val="1730184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9222" b="-9222"/>
            </a:stretch>
          </a:blipFill>
        </p:spPr>
        <p:txBody>
          <a:bodyPr/>
          <a:lstStyle/>
          <a:p>
            <a:endParaRPr lang="en-IN" dirty="0"/>
          </a:p>
        </p:txBody>
      </p:sp>
      <p:sp>
        <p:nvSpPr>
          <p:cNvPr id="47" name="TextBox 47"/>
          <p:cNvSpPr txBox="1"/>
          <p:nvPr/>
        </p:nvSpPr>
        <p:spPr>
          <a:xfrm>
            <a:off x="5087722" y="636645"/>
            <a:ext cx="8112555" cy="1172500"/>
          </a:xfrm>
          <a:prstGeom prst="rect">
            <a:avLst/>
          </a:prstGeom>
        </p:spPr>
        <p:txBody>
          <a:bodyPr lIns="0" tIns="0" rIns="0" bIns="0" rtlCol="0" anchor="t">
            <a:spAutoFit/>
          </a:bodyPr>
          <a:lstStyle/>
          <a:p>
            <a:pPr algn="ctr">
              <a:lnSpc>
                <a:spcPts val="9569"/>
              </a:lnSpc>
            </a:pPr>
            <a:r>
              <a:rPr lang="en-US" sz="7360" dirty="0">
                <a:solidFill>
                  <a:srgbClr val="FFFFFF"/>
                </a:solidFill>
                <a:latin typeface="Telegraf"/>
                <a:ea typeface="Telegraf"/>
                <a:cs typeface="Telegraf"/>
                <a:sym typeface="Telegraf"/>
              </a:rPr>
              <a:t>Conclusion</a:t>
            </a:r>
          </a:p>
        </p:txBody>
      </p:sp>
      <p:sp>
        <p:nvSpPr>
          <p:cNvPr id="48" name="Rectangle 47">
            <a:extLst>
              <a:ext uri="{FF2B5EF4-FFF2-40B4-BE49-F238E27FC236}">
                <a16:creationId xmlns:a16="http://schemas.microsoft.com/office/drawing/2014/main" id="{6AA24339-16C7-516C-62F5-CE92B78FBA80}"/>
              </a:ext>
            </a:extLst>
          </p:cNvPr>
          <p:cNvSpPr/>
          <p:nvPr/>
        </p:nvSpPr>
        <p:spPr>
          <a:xfrm>
            <a:off x="1066800" y="3467100"/>
            <a:ext cx="7848600" cy="5943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000" dirty="0">
                <a:latin typeface="Telegraf" panose="020B0604020202020204" charset="0"/>
              </a:rPr>
              <a:t>The AI News Research Tool provides an end-to-end automated research workflow:</a:t>
            </a:r>
          </a:p>
          <a:p>
            <a:endParaRPr lang="en-IN" sz="2000" dirty="0">
              <a:latin typeface="Telegraf" panose="020B0604020202020204" charset="0"/>
            </a:endParaRPr>
          </a:p>
          <a:p>
            <a:r>
              <a:rPr lang="en-IN" sz="2000" dirty="0">
                <a:latin typeface="Telegraf" panose="020B0604020202020204" charset="0"/>
              </a:rPr>
              <a:t>Natural Language Question</a:t>
            </a:r>
          </a:p>
          <a:p>
            <a:r>
              <a:rPr lang="en-IN" sz="2000" dirty="0">
                <a:latin typeface="Telegraf" panose="020B0604020202020204" charset="0"/>
              </a:rPr>
              <a:t>          ↓</a:t>
            </a:r>
          </a:p>
          <a:p>
            <a:r>
              <a:rPr lang="en-IN" sz="2000" dirty="0">
                <a:latin typeface="Telegraf" panose="020B0604020202020204" charset="0"/>
              </a:rPr>
              <a:t>Intelligent Query Understanding</a:t>
            </a:r>
          </a:p>
          <a:p>
            <a:r>
              <a:rPr lang="en-IN" sz="2000" dirty="0">
                <a:latin typeface="Telegraf" panose="020B0604020202020204" charset="0"/>
              </a:rPr>
              <a:t>          ↓</a:t>
            </a:r>
          </a:p>
          <a:p>
            <a:r>
              <a:rPr lang="en-IN" sz="2000" dirty="0">
                <a:latin typeface="Telegraf" panose="020B0604020202020204" charset="0"/>
              </a:rPr>
              <a:t>Dynamic Search Query Generation</a:t>
            </a:r>
          </a:p>
          <a:p>
            <a:r>
              <a:rPr lang="en-IN" sz="2000" dirty="0">
                <a:latin typeface="Telegraf" panose="020B0604020202020204" charset="0"/>
              </a:rPr>
              <a:t>          ↓</a:t>
            </a:r>
          </a:p>
          <a:p>
            <a:r>
              <a:rPr lang="en-IN" sz="2000" dirty="0" err="1">
                <a:latin typeface="Telegraf" panose="020B0604020202020204" charset="0"/>
              </a:rPr>
              <a:t>NewsAPI</a:t>
            </a:r>
            <a:r>
              <a:rPr lang="en-IN" sz="2000" dirty="0">
                <a:latin typeface="Telegraf" panose="020B0604020202020204" charset="0"/>
              </a:rPr>
              <a:t> Retrieval</a:t>
            </a:r>
          </a:p>
          <a:p>
            <a:r>
              <a:rPr lang="en-IN" sz="2000" dirty="0">
                <a:latin typeface="Telegraf" panose="020B0604020202020204" charset="0"/>
              </a:rPr>
              <a:t>          ↓</a:t>
            </a:r>
          </a:p>
          <a:p>
            <a:r>
              <a:rPr lang="en-IN" sz="2000" dirty="0">
                <a:latin typeface="Telegraf" panose="020B0604020202020204" charset="0"/>
              </a:rPr>
              <a:t>Cleaning &amp; Deduplication</a:t>
            </a:r>
          </a:p>
          <a:p>
            <a:r>
              <a:rPr lang="en-IN" sz="2000" dirty="0">
                <a:latin typeface="Telegraf" panose="020B0604020202020204" charset="0"/>
              </a:rPr>
              <a:t>          ↓</a:t>
            </a:r>
          </a:p>
          <a:p>
            <a:r>
              <a:rPr lang="en-IN" sz="2000" dirty="0">
                <a:latin typeface="Telegraf" panose="020B0604020202020204" charset="0"/>
              </a:rPr>
              <a:t>LLM-Based Research</a:t>
            </a:r>
          </a:p>
          <a:p>
            <a:r>
              <a:rPr lang="en-IN" sz="2000" dirty="0">
                <a:latin typeface="Telegraf" panose="020B0604020202020204" charset="0"/>
              </a:rPr>
              <a:t>          ↓</a:t>
            </a:r>
          </a:p>
          <a:p>
            <a:r>
              <a:rPr lang="en-IN" sz="2000" dirty="0">
                <a:latin typeface="Telegraf" panose="020B0604020202020204" charset="0"/>
              </a:rPr>
              <a:t>Structured Report</a:t>
            </a:r>
          </a:p>
          <a:p>
            <a:r>
              <a:rPr lang="en-IN" sz="2000" dirty="0">
                <a:latin typeface="Telegraf" panose="020B0604020202020204" charset="0"/>
              </a:rPr>
              <a:t>          ↓</a:t>
            </a:r>
          </a:p>
          <a:p>
            <a:r>
              <a:rPr lang="en-IN" sz="2000" dirty="0">
                <a:latin typeface="Telegraf" panose="020B0604020202020204" charset="0"/>
              </a:rPr>
              <a:t>Source Articles</a:t>
            </a:r>
          </a:p>
        </p:txBody>
      </p:sp>
      <p:sp>
        <p:nvSpPr>
          <p:cNvPr id="50" name="Rectangle 49">
            <a:extLst>
              <a:ext uri="{FF2B5EF4-FFF2-40B4-BE49-F238E27FC236}">
                <a16:creationId xmlns:a16="http://schemas.microsoft.com/office/drawing/2014/main" id="{C96E755A-E2A4-FE29-4C47-9F7341BC41DA}"/>
              </a:ext>
            </a:extLst>
          </p:cNvPr>
          <p:cNvSpPr/>
          <p:nvPr/>
        </p:nvSpPr>
        <p:spPr>
          <a:xfrm>
            <a:off x="9372600" y="3463412"/>
            <a:ext cx="7848600" cy="59435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latin typeface="Telegraf" panose="020B0604020202020204" charset="0"/>
              </a:rPr>
              <a:t>Key learning outcomes:</a:t>
            </a:r>
          </a:p>
          <a:p>
            <a:endParaRPr lang="en-IN" sz="2400" b="1" dirty="0">
              <a:latin typeface="Telegraf" panose="020B0604020202020204" charset="0"/>
            </a:endParaRPr>
          </a:p>
          <a:p>
            <a:pPr marL="285750" lvl="0" indent="-285750">
              <a:buFont typeface="Arial" panose="020B0604020202020204" pitchFamily="34" charset="0"/>
              <a:buChar char="•"/>
            </a:pPr>
            <a:r>
              <a:rPr lang="en-IN" sz="2400" dirty="0">
                <a:latin typeface="Telegraf" panose="020B0604020202020204" charset="0"/>
              </a:rPr>
              <a:t>LLM application development </a:t>
            </a:r>
          </a:p>
          <a:p>
            <a:pPr marL="285750" lvl="0" indent="-285750">
              <a:buFont typeface="Arial" panose="020B0604020202020204" pitchFamily="34" charset="0"/>
              <a:buChar char="•"/>
            </a:pPr>
            <a:r>
              <a:rPr lang="en-IN" sz="2400" dirty="0" err="1">
                <a:latin typeface="Telegraf" panose="020B0604020202020204" charset="0"/>
              </a:rPr>
              <a:t>LangChain</a:t>
            </a:r>
            <a:r>
              <a:rPr lang="en-IN" sz="2400" dirty="0">
                <a:latin typeface="Telegraf" panose="020B0604020202020204" charset="0"/>
              </a:rPr>
              <a:t> </a:t>
            </a:r>
          </a:p>
          <a:p>
            <a:pPr marL="285750" lvl="0" indent="-285750">
              <a:buFont typeface="Arial" panose="020B0604020202020204" pitchFamily="34" charset="0"/>
              <a:buChar char="•"/>
            </a:pPr>
            <a:r>
              <a:rPr lang="en-IN" sz="2400" dirty="0">
                <a:latin typeface="Telegraf" panose="020B0604020202020204" charset="0"/>
              </a:rPr>
              <a:t>Prompt engineering </a:t>
            </a:r>
          </a:p>
          <a:p>
            <a:pPr marL="285750" lvl="0" indent="-285750">
              <a:buFont typeface="Arial" panose="020B0604020202020204" pitchFamily="34" charset="0"/>
              <a:buChar char="•"/>
            </a:pPr>
            <a:r>
              <a:rPr lang="en-IN" sz="2400" dirty="0">
                <a:latin typeface="Telegraf" panose="020B0604020202020204" charset="0"/>
              </a:rPr>
              <a:t>API integration </a:t>
            </a:r>
          </a:p>
          <a:p>
            <a:pPr marL="285750" lvl="0" indent="-285750">
              <a:buFont typeface="Arial" panose="020B0604020202020204" pitchFamily="34" charset="0"/>
              <a:buChar char="•"/>
            </a:pPr>
            <a:r>
              <a:rPr lang="en-IN" sz="2400" dirty="0">
                <a:latin typeface="Telegraf" panose="020B0604020202020204" charset="0"/>
              </a:rPr>
              <a:t>Natural-language processing </a:t>
            </a:r>
          </a:p>
          <a:p>
            <a:pPr marL="285750" lvl="0" indent="-285750">
              <a:buFont typeface="Arial" panose="020B0604020202020204" pitchFamily="34" charset="0"/>
              <a:buChar char="•"/>
            </a:pPr>
            <a:r>
              <a:rPr lang="en-IN" sz="2400" dirty="0">
                <a:latin typeface="Telegraf" panose="020B0604020202020204" charset="0"/>
              </a:rPr>
              <a:t>News data processing </a:t>
            </a:r>
          </a:p>
          <a:p>
            <a:pPr marL="285750" lvl="0" indent="-285750">
              <a:buFont typeface="Arial" panose="020B0604020202020204" pitchFamily="34" charset="0"/>
              <a:buChar char="•"/>
            </a:pPr>
            <a:r>
              <a:rPr lang="en-IN" sz="2400" dirty="0" err="1">
                <a:latin typeface="Telegraf" panose="020B0604020202020204" charset="0"/>
              </a:rPr>
              <a:t>Streamlit</a:t>
            </a:r>
            <a:r>
              <a:rPr lang="en-IN" sz="2400" dirty="0">
                <a:latin typeface="Telegraf" panose="020B0604020202020204" charset="0"/>
              </a:rPr>
              <a:t> development </a:t>
            </a:r>
          </a:p>
          <a:p>
            <a:pPr marL="285750" lvl="0" indent="-285750">
              <a:buFont typeface="Arial" panose="020B0604020202020204" pitchFamily="34" charset="0"/>
              <a:buChar char="•"/>
            </a:pPr>
            <a:r>
              <a:rPr lang="en-IN" sz="2400" dirty="0">
                <a:latin typeface="Telegraf" panose="020B0604020202020204" charset="0"/>
              </a:rPr>
              <a:t>Error handling </a:t>
            </a:r>
          </a:p>
          <a:p>
            <a:pPr marL="285750" lvl="0" indent="-285750">
              <a:buFont typeface="Arial" panose="020B0604020202020204" pitchFamily="34" charset="0"/>
              <a:buChar char="•"/>
            </a:pPr>
            <a:r>
              <a:rPr lang="en-IN" sz="2400" dirty="0">
                <a:latin typeface="Telegraf" panose="020B0604020202020204" charset="0"/>
              </a:rPr>
              <a:t>Modular Python architecture </a:t>
            </a:r>
          </a:p>
          <a:p>
            <a:pPr marL="285750" lvl="0" indent="-285750">
              <a:buFont typeface="Arial" panose="020B0604020202020204" pitchFamily="34" charset="0"/>
              <a:buChar char="•"/>
            </a:pPr>
            <a:r>
              <a:rPr lang="en-IN" sz="2400" dirty="0">
                <a:latin typeface="Telegraf" panose="020B0604020202020204" charset="0"/>
              </a:rPr>
              <a:t>Secure API-key management</a:t>
            </a:r>
          </a:p>
        </p:txBody>
      </p:sp>
      <p:sp>
        <p:nvSpPr>
          <p:cNvPr id="51" name="Rectangle 50">
            <a:extLst>
              <a:ext uri="{FF2B5EF4-FFF2-40B4-BE49-F238E27FC236}">
                <a16:creationId xmlns:a16="http://schemas.microsoft.com/office/drawing/2014/main" id="{720DDD0C-A9CA-3CAF-9DCF-18D364C36AA0}"/>
              </a:ext>
            </a:extLst>
          </p:cNvPr>
          <p:cNvSpPr/>
          <p:nvPr/>
        </p:nvSpPr>
        <p:spPr>
          <a:xfrm>
            <a:off x="1066800" y="2048800"/>
            <a:ext cx="16154400" cy="11725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2200" dirty="0">
              <a:latin typeface="Telegraf" panose="020B0604020202020204" charset="0"/>
            </a:endParaRPr>
          </a:p>
          <a:p>
            <a:r>
              <a:rPr lang="en-IN" sz="2200" dirty="0">
                <a:latin typeface="Telegraf" panose="020B0604020202020204" charset="0"/>
              </a:rPr>
              <a:t>“This project demonstrates how an LLM can be combined with external APIs and a web interface to create a practical AI application. The main strength of the system is that it can understand natural-language research questions and dynamically convert them into news searches.”</a:t>
            </a:r>
          </a:p>
          <a:p>
            <a:endParaRPr lang="en-IN" sz="2200" dirty="0">
              <a:latin typeface="Telegraf" panose="020B0604020202020204" charset="0"/>
            </a:endParaRPr>
          </a:p>
        </p:txBody>
      </p:sp>
      <p:pic>
        <p:nvPicPr>
          <p:cNvPr id="53" name="Picture 52">
            <a:extLst>
              <a:ext uri="{FF2B5EF4-FFF2-40B4-BE49-F238E27FC236}">
                <a16:creationId xmlns:a16="http://schemas.microsoft.com/office/drawing/2014/main" id="{6FBC3E1C-C7F4-F744-E4C5-F5B62450B6C7}"/>
              </a:ext>
            </a:extLst>
          </p:cNvPr>
          <p:cNvPicPr>
            <a:picLocks noChangeAspect="1"/>
          </p:cNvPicPr>
          <p:nvPr/>
        </p:nvPicPr>
        <p:blipFill>
          <a:blip r:embed="rId3"/>
          <a:stretch>
            <a:fillRect/>
          </a:stretch>
        </p:blipFill>
        <p:spPr>
          <a:xfrm>
            <a:off x="0" y="10659"/>
            <a:ext cx="2819400" cy="93181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9222" b="-9222"/>
            </a:stretch>
          </a:blipFill>
        </p:spPr>
      </p:sp>
      <p:sp>
        <p:nvSpPr>
          <p:cNvPr id="3" name="TextBox 3"/>
          <p:cNvSpPr txBox="1"/>
          <p:nvPr/>
        </p:nvSpPr>
        <p:spPr>
          <a:xfrm>
            <a:off x="1495709" y="2223176"/>
            <a:ext cx="9536271" cy="1486524"/>
          </a:xfrm>
          <a:prstGeom prst="rect">
            <a:avLst/>
          </a:prstGeom>
        </p:spPr>
        <p:txBody>
          <a:bodyPr lIns="0" tIns="0" rIns="0" bIns="0" rtlCol="0" anchor="t">
            <a:spAutoFit/>
          </a:bodyPr>
          <a:lstStyle/>
          <a:p>
            <a:pPr algn="l">
              <a:lnSpc>
                <a:spcPts val="11248"/>
              </a:lnSpc>
            </a:pPr>
            <a:r>
              <a:rPr lang="en-US" sz="8652" dirty="0">
                <a:solidFill>
                  <a:srgbClr val="FFFFFF"/>
                </a:solidFill>
                <a:latin typeface="Telegraf"/>
                <a:ea typeface="Telegraf"/>
                <a:cs typeface="Telegraf"/>
                <a:sym typeface="Telegraf"/>
              </a:rPr>
              <a:t>Thank You</a:t>
            </a:r>
          </a:p>
        </p:txBody>
      </p:sp>
      <p:sp>
        <p:nvSpPr>
          <p:cNvPr id="4" name="TextBox 4"/>
          <p:cNvSpPr txBox="1"/>
          <p:nvPr/>
        </p:nvSpPr>
        <p:spPr>
          <a:xfrm>
            <a:off x="1495709" y="3716195"/>
            <a:ext cx="8053372" cy="738664"/>
          </a:xfrm>
          <a:prstGeom prst="rect">
            <a:avLst/>
          </a:prstGeom>
        </p:spPr>
        <p:txBody>
          <a:bodyPr lIns="0" tIns="0" rIns="0" bIns="0" rtlCol="0" anchor="t">
            <a:spAutoFit/>
          </a:bodyPr>
          <a:lstStyle/>
          <a:p>
            <a:r>
              <a:rPr lang="en-US" sz="2400" b="1" dirty="0">
                <a:solidFill>
                  <a:schemeClr val="bg1"/>
                </a:solidFill>
                <a:latin typeface="Telegraf" panose="020B0604020202020204" charset="0"/>
                <a:cs typeface="Segoe UI Light" panose="020B0502040204020203" pitchFamily="34" charset="0"/>
              </a:rPr>
              <a:t>Grateful for your time and attention.</a:t>
            </a:r>
            <a:br>
              <a:rPr lang="en-US" sz="2400" b="1" dirty="0">
                <a:solidFill>
                  <a:schemeClr val="bg1"/>
                </a:solidFill>
                <a:latin typeface="Telegraf" panose="020B0604020202020204" charset="0"/>
                <a:cs typeface="Segoe UI Light" panose="020B0502040204020203" pitchFamily="34" charset="0"/>
              </a:rPr>
            </a:br>
            <a:r>
              <a:rPr lang="en-US" sz="2400" b="1" dirty="0">
                <a:solidFill>
                  <a:schemeClr val="bg1"/>
                </a:solidFill>
                <a:latin typeface="Telegraf" panose="020B0604020202020204" charset="0"/>
                <a:cs typeface="Segoe UI Light" panose="020B0502040204020203" pitchFamily="34" charset="0"/>
              </a:rPr>
              <a:t>Your feedback and insights are deeply appreciated!</a:t>
            </a:r>
          </a:p>
        </p:txBody>
      </p:sp>
      <p:sp>
        <p:nvSpPr>
          <p:cNvPr id="5" name="TextBox 5"/>
          <p:cNvSpPr txBox="1"/>
          <p:nvPr/>
        </p:nvSpPr>
        <p:spPr>
          <a:xfrm>
            <a:off x="2187669" y="5524309"/>
            <a:ext cx="3674329" cy="373244"/>
          </a:xfrm>
          <a:prstGeom prst="rect">
            <a:avLst/>
          </a:prstGeom>
        </p:spPr>
        <p:txBody>
          <a:bodyPr lIns="0" tIns="0" rIns="0" bIns="0" rtlCol="0" anchor="t">
            <a:spAutoFit/>
          </a:bodyPr>
          <a:lstStyle/>
          <a:p>
            <a:pPr marL="0" lvl="0" indent="0" algn="l">
              <a:lnSpc>
                <a:spcPts val="3107"/>
              </a:lnSpc>
              <a:spcBef>
                <a:spcPct val="0"/>
              </a:spcBef>
            </a:pPr>
            <a:r>
              <a:rPr lang="en-US" sz="2219" spc="93" dirty="0">
                <a:solidFill>
                  <a:srgbClr val="FFFFFF"/>
                </a:solidFill>
                <a:latin typeface="Telegraf"/>
                <a:ea typeface="Telegraf"/>
                <a:cs typeface="Telegraf"/>
                <a:sym typeface="Telegraf"/>
              </a:rPr>
              <a:t>7735335935</a:t>
            </a:r>
            <a:endParaRPr lang="en-US" sz="2219" u="none" strike="noStrike" spc="93" dirty="0">
              <a:solidFill>
                <a:srgbClr val="FFFFFF"/>
              </a:solidFill>
              <a:latin typeface="Telegraf"/>
              <a:ea typeface="Telegraf"/>
              <a:cs typeface="Telegraf"/>
              <a:sym typeface="Telegraf"/>
            </a:endParaRPr>
          </a:p>
        </p:txBody>
      </p:sp>
      <p:sp>
        <p:nvSpPr>
          <p:cNvPr id="6" name="TextBox 6"/>
          <p:cNvSpPr txBox="1"/>
          <p:nvPr/>
        </p:nvSpPr>
        <p:spPr>
          <a:xfrm>
            <a:off x="2187668" y="6126291"/>
            <a:ext cx="5508531" cy="373244"/>
          </a:xfrm>
          <a:prstGeom prst="rect">
            <a:avLst/>
          </a:prstGeom>
        </p:spPr>
        <p:txBody>
          <a:bodyPr wrap="square" lIns="0" tIns="0" rIns="0" bIns="0" rtlCol="0" anchor="t">
            <a:spAutoFit/>
          </a:bodyPr>
          <a:lstStyle/>
          <a:p>
            <a:pPr marL="0" lvl="0" indent="0" algn="l">
              <a:lnSpc>
                <a:spcPts val="3107"/>
              </a:lnSpc>
              <a:spcBef>
                <a:spcPct val="0"/>
              </a:spcBef>
            </a:pPr>
            <a:r>
              <a:rPr lang="en-US" sz="2219" u="none" strike="noStrike" spc="93" dirty="0">
                <a:solidFill>
                  <a:srgbClr val="FFFFFF"/>
                </a:solidFill>
                <a:latin typeface="Telegraf"/>
                <a:ea typeface="Telegraf"/>
                <a:cs typeface="Telegraf"/>
                <a:sym typeface="Telegraf"/>
              </a:rPr>
              <a:t>ajaykumarsahu2017.1997@gmail.com</a:t>
            </a:r>
          </a:p>
        </p:txBody>
      </p:sp>
      <p:sp>
        <p:nvSpPr>
          <p:cNvPr id="7" name="TextBox 7"/>
          <p:cNvSpPr txBox="1"/>
          <p:nvPr/>
        </p:nvSpPr>
        <p:spPr>
          <a:xfrm>
            <a:off x="1520290" y="4683597"/>
            <a:ext cx="3674329" cy="373244"/>
          </a:xfrm>
          <a:prstGeom prst="rect">
            <a:avLst/>
          </a:prstGeom>
        </p:spPr>
        <p:txBody>
          <a:bodyPr lIns="0" tIns="0" rIns="0" bIns="0" rtlCol="0" anchor="t">
            <a:spAutoFit/>
          </a:bodyPr>
          <a:lstStyle/>
          <a:p>
            <a:pPr marL="0" lvl="0" indent="0" algn="l">
              <a:lnSpc>
                <a:spcPts val="3107"/>
              </a:lnSpc>
              <a:spcBef>
                <a:spcPct val="0"/>
              </a:spcBef>
            </a:pPr>
            <a:r>
              <a:rPr lang="en-US" sz="2219" u="none" strike="noStrike" spc="93" dirty="0">
                <a:solidFill>
                  <a:srgbClr val="FFFFFF"/>
                </a:solidFill>
                <a:latin typeface="Telegraf"/>
                <a:ea typeface="Telegraf"/>
                <a:cs typeface="Telegraf"/>
                <a:sym typeface="Telegraf"/>
              </a:rPr>
              <a:t>Mr. Ajay Kumar Sahu</a:t>
            </a:r>
          </a:p>
        </p:txBody>
      </p:sp>
      <p:sp>
        <p:nvSpPr>
          <p:cNvPr id="8" name="Freeform 8"/>
          <p:cNvSpPr/>
          <p:nvPr/>
        </p:nvSpPr>
        <p:spPr>
          <a:xfrm>
            <a:off x="1499126" y="6137421"/>
            <a:ext cx="500895" cy="500895"/>
          </a:xfrm>
          <a:custGeom>
            <a:avLst/>
            <a:gdLst/>
            <a:ahLst/>
            <a:cxnLst/>
            <a:rect l="l" t="t" r="r" b="b"/>
            <a:pathLst>
              <a:path w="500895" h="500895">
                <a:moveTo>
                  <a:pt x="0" y="0"/>
                </a:moveTo>
                <a:lnTo>
                  <a:pt x="500895" y="0"/>
                </a:lnTo>
                <a:lnTo>
                  <a:pt x="500895" y="500895"/>
                </a:lnTo>
                <a:lnTo>
                  <a:pt x="0" y="500895"/>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10" name="Freeform 10"/>
          <p:cNvSpPr/>
          <p:nvPr/>
        </p:nvSpPr>
        <p:spPr>
          <a:xfrm>
            <a:off x="1495709" y="5533731"/>
            <a:ext cx="504312" cy="504312"/>
          </a:xfrm>
          <a:custGeom>
            <a:avLst/>
            <a:gdLst/>
            <a:ahLst/>
            <a:cxnLst/>
            <a:rect l="l" t="t" r="r" b="b"/>
            <a:pathLst>
              <a:path w="504312" h="504312">
                <a:moveTo>
                  <a:pt x="0" y="0"/>
                </a:moveTo>
                <a:lnTo>
                  <a:pt x="504312" y="0"/>
                </a:lnTo>
                <a:lnTo>
                  <a:pt x="504312" y="504312"/>
                </a:lnTo>
                <a:lnTo>
                  <a:pt x="0" y="504312"/>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sp>
      <p:grpSp>
        <p:nvGrpSpPr>
          <p:cNvPr id="11" name="Group 11"/>
          <p:cNvGrpSpPr>
            <a:grpSpLocks noChangeAspect="1"/>
          </p:cNvGrpSpPr>
          <p:nvPr/>
        </p:nvGrpSpPr>
        <p:grpSpPr>
          <a:xfrm>
            <a:off x="9940065" y="1379932"/>
            <a:ext cx="7319235" cy="7319235"/>
            <a:chOff x="0" y="0"/>
            <a:chExt cx="8916670" cy="8916670"/>
          </a:xfrm>
        </p:grpSpPr>
        <p:sp>
          <p:nvSpPr>
            <p:cNvPr id="12" name="Freeform 12"/>
            <p:cNvSpPr/>
            <p:nvPr/>
          </p:nvSpPr>
          <p:spPr>
            <a:xfrm>
              <a:off x="154940" y="154940"/>
              <a:ext cx="8605520" cy="8605520"/>
            </a:xfrm>
            <a:custGeom>
              <a:avLst/>
              <a:gdLst/>
              <a:ahLst/>
              <a:cxnLst/>
              <a:rect l="l" t="t" r="r" b="b"/>
              <a:pathLst>
                <a:path w="8605520" h="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5"/>
              <a:stretch>
                <a:fillRect l="-56842" b="-17489"/>
              </a:stretch>
            </a:blipFill>
          </p:spPr>
        </p:sp>
        <p:sp>
          <p:nvSpPr>
            <p:cNvPr id="13" name="Freeform 13"/>
            <p:cNvSpPr/>
            <p:nvPr/>
          </p:nvSpPr>
          <p:spPr>
            <a:xfrm>
              <a:off x="6350" y="6350"/>
              <a:ext cx="8903970" cy="8903970"/>
            </a:xfrm>
            <a:custGeom>
              <a:avLst/>
              <a:gdLst/>
              <a:ahLst/>
              <a:cxnLst/>
              <a:rect l="l" t="t" r="r" b="b"/>
              <a:pathLst>
                <a:path w="8903970" h="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moveTo>
                    <a:pt x="4451350" y="8764270"/>
                  </a:moveTo>
                  <a:cubicBezTo>
                    <a:pt x="2073910" y="8764270"/>
                    <a:pt x="139700" y="6830060"/>
                    <a:pt x="139700" y="4451350"/>
                  </a:cubicBezTo>
                  <a:cubicBezTo>
                    <a:pt x="139700" y="2072640"/>
                    <a:pt x="2073910" y="139700"/>
                    <a:pt x="4451350" y="139700"/>
                  </a:cubicBezTo>
                  <a:cubicBezTo>
                    <a:pt x="6828790" y="139700"/>
                    <a:pt x="8764270" y="2073910"/>
                    <a:pt x="8764270" y="4451350"/>
                  </a:cubicBezTo>
                  <a:cubicBezTo>
                    <a:pt x="8764270" y="6828790"/>
                    <a:pt x="6830060" y="8764270"/>
                    <a:pt x="4451350" y="8764270"/>
                  </a:cubicBezTo>
                  <a:close/>
                  <a:moveTo>
                    <a:pt x="4451350" y="158750"/>
                  </a:moveTo>
                  <a:cubicBezTo>
                    <a:pt x="2084070" y="158750"/>
                    <a:pt x="158750" y="2084070"/>
                    <a:pt x="158750" y="4451350"/>
                  </a:cubicBezTo>
                  <a:cubicBezTo>
                    <a:pt x="158750" y="6818630"/>
                    <a:pt x="2084070" y="8743950"/>
                    <a:pt x="4451350" y="8743950"/>
                  </a:cubicBezTo>
                  <a:cubicBezTo>
                    <a:pt x="6818630" y="8743950"/>
                    <a:pt x="8743950" y="6818630"/>
                    <a:pt x="8743950" y="4451350"/>
                  </a:cubicBezTo>
                  <a:cubicBezTo>
                    <a:pt x="8743950" y="2084070"/>
                    <a:pt x="6819900" y="158750"/>
                    <a:pt x="4451350" y="158750"/>
                  </a:cubicBezTo>
                  <a:close/>
                </a:path>
              </a:pathLst>
            </a:custGeom>
            <a:gradFill rotWithShape="1">
              <a:gsLst>
                <a:gs pos="0">
                  <a:srgbClr val="10A5FF">
                    <a:alpha val="100000"/>
                  </a:srgbClr>
                </a:gs>
                <a:gs pos="100000">
                  <a:srgbClr val="041E4E">
                    <a:alpha val="100000"/>
                  </a:srgbClr>
                </a:gs>
              </a:gsLst>
              <a:lin ang="5400000"/>
            </a:gradFill>
          </p:spPr>
        </p:sp>
      </p:grpSp>
      <p:pic>
        <p:nvPicPr>
          <p:cNvPr id="15" name="Picture 14">
            <a:extLst>
              <a:ext uri="{FF2B5EF4-FFF2-40B4-BE49-F238E27FC236}">
                <a16:creationId xmlns:a16="http://schemas.microsoft.com/office/drawing/2014/main" id="{44AE61C9-9AF9-7309-0BDA-B4E3C0A1D635}"/>
              </a:ext>
            </a:extLst>
          </p:cNvPr>
          <p:cNvPicPr>
            <a:picLocks noChangeAspect="1"/>
          </p:cNvPicPr>
          <p:nvPr/>
        </p:nvPicPr>
        <p:blipFill>
          <a:blip r:embed="rId6"/>
          <a:stretch>
            <a:fillRect/>
          </a:stretch>
        </p:blipFill>
        <p:spPr>
          <a:xfrm>
            <a:off x="0" y="10659"/>
            <a:ext cx="2819400" cy="93181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1202</TotalTime>
  <Words>1349</Words>
  <Application>Microsoft Office PowerPoint</Application>
  <PresentationFormat>Custom</PresentationFormat>
  <Paragraphs>343</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Calibri</vt:lpstr>
      <vt:lpstr>Telegraf</vt:lpstr>
      <vt:lpstr>Wingdings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futurist technological artificial intelligence project presentation</dc:title>
  <cp:lastModifiedBy>Ajay Kumar Sahu</cp:lastModifiedBy>
  <cp:revision>1</cp:revision>
  <dcterms:created xsi:type="dcterms:W3CDTF">2006-08-16T00:00:00Z</dcterms:created>
  <dcterms:modified xsi:type="dcterms:W3CDTF">2026-10-03T18:37:56Z</dcterms:modified>
  <dc:identifier>DAHWrc26IG8</dc:identifier>
</cp:coreProperties>
</file>